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bc0b8d7b941aa" /><Relationship Type="http://schemas.openxmlformats.org/officeDocument/2006/relationships/extended-properties" Target="/docProps/app.xml" Id="R86b6f38a9cc54fbc" /><Relationship Type="http://schemas.openxmlformats.org/officeDocument/2006/relationships/officeDocument" Target="/ppt/presentation.xml" Id="R884947a0185545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bde59862684367"/>
  </p:sldMasterIdLst>
  <p:notesMasterIdLst>
    <p:notesMasterId xmlns:r="http://schemas.openxmlformats.org/officeDocument/2006/relationships" r:id="Rfd1b2fb0e07046eb"/>
  </p:notesMasterIdLst>
  <p:sldIdLst>
    <p:sldId xmlns:r="http://schemas.openxmlformats.org/officeDocument/2006/relationships" id="256" r:id="Ra9d9bd16d1bc42e1"/>
    <p:sldId xmlns:r="http://schemas.openxmlformats.org/officeDocument/2006/relationships" id="257" r:id="R5c1425925ea94e0a"/>
    <p:sldId xmlns:r="http://schemas.openxmlformats.org/officeDocument/2006/relationships" id="258" r:id="Rae821a6389904b3a"/>
    <p:sldId xmlns:r="http://schemas.openxmlformats.org/officeDocument/2006/relationships" id="259" r:id="Rf3a2e255a6c54055"/>
    <p:sldId xmlns:r="http://schemas.openxmlformats.org/officeDocument/2006/relationships" id="260" r:id="Rfcfd336658904a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3f3645bdae45b1" /><Relationship Type="http://schemas.openxmlformats.org/officeDocument/2006/relationships/slideMaster" Target="/ppt/slideMasters/slideMaster1.xml" Id="Ra4bde59862684367" /><Relationship Type="http://schemas.openxmlformats.org/officeDocument/2006/relationships/notesMaster" Target="/ppt/notesMasters/notesMaster1.xml" Id="Rfd1b2fb0e07046eb" /><Relationship Type="http://schemas.openxmlformats.org/officeDocument/2006/relationships/presProps" Target="/ppt/presProps.xml" Id="Rdac4e47a63dc4c47" /><Relationship Type="http://schemas.openxmlformats.org/officeDocument/2006/relationships/tableStyles" Target="/ppt/tableStyles.xml" Id="R7c3a25f1b88249d8" /><Relationship Type="http://schemas.openxmlformats.org/officeDocument/2006/relationships/slide" Target="/ppt/slides/slide1.xml" Id="Ra9d9bd16d1bc42e1" /><Relationship Type="http://schemas.openxmlformats.org/officeDocument/2006/relationships/slide" Target="/ppt/slides/slide2.xml" Id="R5c1425925ea94e0a" /><Relationship Type="http://schemas.openxmlformats.org/officeDocument/2006/relationships/slide" Target="/ppt/slides/slide3.xml" Id="Rae821a6389904b3a" /><Relationship Type="http://schemas.openxmlformats.org/officeDocument/2006/relationships/slide" Target="/ppt/slides/slide4.xml" Id="Rf3a2e255a6c54055" /><Relationship Type="http://schemas.openxmlformats.org/officeDocument/2006/relationships/slide" Target="/ppt/slides/slide5.xml" Id="Rfcfd336658904a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de22ef5cc74f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f2109a316244d1" /><Relationship Type="http://schemas.openxmlformats.org/officeDocument/2006/relationships/notesMaster" Target="/ppt/notesMasters/notesMaster1.xml" Id="R5c7bc42239fe46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e8b34154334ad4" /><Relationship Type="http://schemas.openxmlformats.org/officeDocument/2006/relationships/notesMaster" Target="/ppt/notesMasters/notesMaster1.xml" Id="Re8364403603a4c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f02de8d04464d" /><Relationship Type="http://schemas.openxmlformats.org/officeDocument/2006/relationships/notesMaster" Target="/ppt/notesMasters/notesMaster1.xml" Id="R0b90ab17360941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e509b6dcec47d1" /><Relationship Type="http://schemas.openxmlformats.org/officeDocument/2006/relationships/notesMaster" Target="/ppt/notesMasters/notesMaster1.xml" Id="R751cf758096e4e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df7cbab755485c" /><Relationship Type="http://schemas.openxmlformats.org/officeDocument/2006/relationships/notesMaster" Target="/ppt/notesMasters/notesMaster1.xml" Id="Ra421d2ca775f4b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ff29854d241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9956a16324f17" /><Relationship Type="http://schemas.openxmlformats.org/officeDocument/2006/relationships/slideLayout" Target="/ppt/slideLayouts/slideLayout1.xml" Id="Re98722f177ab46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8722f177ab46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1a0a01c044e47" /><Relationship Type="http://schemas.openxmlformats.org/officeDocument/2006/relationships/notesSlide" Target="/ppt/notesSlides/notesSlide1.xml" Id="Rb1c51ef09b3d41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bb6d1f7044b40" /><Relationship Type="http://schemas.openxmlformats.org/officeDocument/2006/relationships/notesSlide" Target="/ppt/notesSlides/notesSlide2.xml" Id="R3acfc23643a3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afc170d0f45bf" /><Relationship Type="http://schemas.openxmlformats.org/officeDocument/2006/relationships/notesSlide" Target="/ppt/notesSlides/notesSlide3.xml" Id="R589061baa9414b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2179c48a243a4" /><Relationship Type="http://schemas.openxmlformats.org/officeDocument/2006/relationships/notesSlide" Target="/ppt/notesSlides/notesSlide4.xml" Id="Rede15a9c8fc34f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f6a295ebd458e" /><Relationship Type="http://schemas.openxmlformats.org/officeDocument/2006/relationships/notesSlide" Target="/ppt/notesSlides/notesSlide5.xml" Id="Rac700f429c4748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2190F7E-94AB-4EA2-AC39-5E27745E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F6BC64-5CD8-4DA9-AD20-8FE6A8DD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เครือข่ายคอมพิวเตอร์และอินเทอร์เน็ต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405F9387-CCCE-4D8E-8FB8-DAC404B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1C20BFD6-907D-426F-A9FC-9A6BC78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4FEDE39E-78C4-4399-99E2-2056065F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892CE94-A6EC-469E-BCB6-B8A14D8C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เครือข่ายเชื่อมอุปกรณ์ให้สื่อสาร/แบ่งปันทรัพยากร อินเทอร์เน็ตคือ "เครือข่ายของเครือข่าย" ที่ทำงานบนชุดโพรโทคอล TCP/IP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B4DF31-E1F2-43FE-8012-83BA5DC3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3AD447-3EF6-46BA-9DD0-E573E180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06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65BE465-88FF-4472-8DF1-9EFCE4F6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392387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DF6615B-037C-4B09-9629-F0E49879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3B06DF-2C40-46C7-8C86-4DB1794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1A52D591-4C05-41DA-A35D-1399BBCC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CA951F17-3EB3-4957-A7CD-1C5B3549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ผู้เรียนอธิบายสถาปัตยกรรมและโปรโตคอลพื้นฐานของเครือข่าย/อินเทอร์เน็ตได้ — CLO1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5981EC4C-9753-4DE3-AD63-E5345C4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9255E39-069F-42CA-9E9C-81AE6132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ผู้เรียนเข้าใจการออกแบบเครือข่ายสำหรับระบบ Cloud-native — CLO1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9EEC7B43-C52A-4C03-B603-F6CC6C83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87873905-CA34-4115-9BE3-F0B2DF03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ผู้เรียนตระหนักถึงบทบาทของ Edge Networks ในการลดความหน่วง (Latency) — CLO1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82F5B0-66B2-4DDD-82C2-6C09F85B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9A66955-AAFE-49E3-9477-E93A6A45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06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8F6FEA6-F312-45D0-B6CD-1A51B8FF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1729421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91F5412-FBFB-4BA9-ADE1-AD148045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8ED233C4-6B29-4E77-9A1F-5E06F36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7DC4E70A-1DCA-4E6A-807A-71ABA2E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396B99FA-00EB-4212-809A-3E5F3BE0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9F3707C8-FA91-417D-985C-5C9A7C60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สถาปัตยกรรมเครือข่ายพื้นฐาน, OSI และ TCP-IP Model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C18BE193-CA2C-4430-8E4F-0C52DFF0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421013C0-B3B7-4E1C-92CA-FEAF64A2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โปรโตคอลอินเทอร์เน็ตและการสื่อสารสมัยใหม่ (5G/6G, W…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18A90B91-E62F-4AA1-A4D8-EB7EF359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9050753-BE48-4C23-ABEB-22D12421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เครือข่ายสำหรับ Cloud-native และ Microservices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449AA655-D495-4130-8D62-88FAA677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F453B45F-6FF1-452B-B4F3-F9C47CC0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BA62420C-BEF0-4947-9F72-EC75F80F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816061C8-7B62-4644-B934-8AB5C57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ประเภทเครือข่าย: LAN, WAN, MAN, PAN; มีสาย/ไร้สาย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55FEF086-1486-4031-8F74-2C07C76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EE2549D0-3D87-4F95-BB37-0B48FA63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แบบจำลองอ้างอิง: OSI 7 ชั้น และ TCP-IP Model 4 ชั้น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A914CDBF-CB12-4EDE-8F21-45872D74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8E1D9CDE-E8E8-422B-B353-3828E63D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โพรโทคอล: IP (IPv4/IPv6), TCP/UDP, HTTP/HTTPS, DNS,…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84D351B3-29CC-4BBC-94DD-4C1270F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D0048AF0-7AAF-4B66-836B-C88B9DD6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254ED31F-8111-48C0-9264-DA9C0FDA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80936603-EEE0-4789-996C-91B9050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TCP-IP Model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B68A106E-4485-4232-9D19-A4ADF72D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DC09782E-FC84-4D0E-9BF4-36A749C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Edge Computing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626FFBD-EE2A-4276-A72A-CD76C5C1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63756E3-D82A-4D31-A35E-9D54928E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06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F1B60FE-5CFC-431F-9DFA-A0F6F64B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137662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1543BE1B-907F-4CD3-8577-489B0563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61BEF6A5-317C-42A0-A716-F7AC2448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3145F49B-BA36-4B95-A1A5-B48FB80D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9BDB2513-DB64-414D-A797-0E1CF2D3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9C2B6693-15C0-462F-9C4E-4542638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1ED56A8-BE36-43B0-BAE0-52B12512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ประเภทเครือข่าย: LAN, WAN, MAN, PAN; มีสาย/ไร้สาย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94A7C377-B22A-413D-95D8-476C1B7B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D6BEF433-2A80-49AE-8A48-FF18076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แบบจำลองอ้างอิง: OSI 7 ชั้น และ TCP-IP Model 4 ชั้น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DC744E60-EAA9-4D22-9A6B-C5AEE16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80D212-87A0-48A4-A4FF-FA47FCE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โพรโทคอล: IP (IPv4/IPv6), TCP/UDP, HTTP/HTTPS, DNS, DHCP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E9067456-A64C-4050-A19E-8280DCE8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E1E2A1AF-F652-4CC2-82F3-CC43528A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16B1D816-F2DA-4141-AEA9-E1CDD2B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Wi‑Fi 7 (802.11be) เริ่มวางตลาดจริงกลางปี 2025 ความเร็วหลายกิกะบิต หน่วงต่ำ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33A6C905-C94B-414B-8D50-E2FE2042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529FBDB2-B065-46DA-AAFE-FC57F6F1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5G‑Advanced → 6G: 6G ตั้งเป้าความเร็วระดับ Tbps; เริ่มกระบวนการมาตรฐาน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E1A8D816-22F4-4D5A-B664-CF00757F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EA51F01B-642D-4D0B-92DA-7423A298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AI ในเครือข่าย + SDN/NFV: บริหารเครือข่ายอัตโนมัติตลอดวงจรชีวิต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5BD014F-BA3A-498D-9C65-17AB556D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66448D-B2A3-48EE-BAED-68819C65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06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1C15F18-BFD6-4778-9F91-001E931F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305047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09BEACB-A057-4920-BB6B-2DEE1C6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B1356349-5313-49BF-89E8-E79F5349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E388E7AB-FC70-4E90-BF91-2E550B94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(Network simulation/Ping)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162B7327-B45F-4936-9CDE-04190F60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9146985-3BF4-4A96-AE57-BC3C5B5E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AA3EE735-EEF2-45A1-954B-4844CCD7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E802E13F-3AC9-4285-9018-25FD2C06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BE6808-C1EA-42DE-ACAE-1364A9BE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C343446-1F43-4437-9ED9-4924F98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06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ECCC708-FBD0-43BF-BCE9-A66041FE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807810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2026-06-30T03:51:34.5490000Z</dcterms:created>
  <dcterms:modified xsi:type="dcterms:W3CDTF">2026-06-30T03:51:34.5490000Z</dcterms:modified>
</coreProperties>
</file>