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063b377914b25" /><Relationship Type="http://schemas.openxmlformats.org/officeDocument/2006/relationships/extended-properties" Target="/docProps/app.xml" Id="R6e19c1c1de7844f5" /><Relationship Type="http://schemas.openxmlformats.org/officeDocument/2006/relationships/officeDocument" Target="/ppt/presentation.xml" Id="R010973ef538e49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56a53a1784588"/>
  </p:sldMasterIdLst>
  <p:notesMasterIdLst>
    <p:notesMasterId xmlns:r="http://schemas.openxmlformats.org/officeDocument/2006/relationships" r:id="Rfe94242deb704e3b"/>
  </p:notesMasterIdLst>
  <p:sldIdLst>
    <p:sldId xmlns:r="http://schemas.openxmlformats.org/officeDocument/2006/relationships" id="256" r:id="Rc300da5d6b224c1b"/>
    <p:sldId xmlns:r="http://schemas.openxmlformats.org/officeDocument/2006/relationships" id="257" r:id="Rc8f49f68ff1b4a1b"/>
    <p:sldId xmlns:r="http://schemas.openxmlformats.org/officeDocument/2006/relationships" id="258" r:id="R677e24a01803478d"/>
    <p:sldId xmlns:r="http://schemas.openxmlformats.org/officeDocument/2006/relationships" id="259" r:id="R0db940d8abdd476e"/>
    <p:sldId xmlns:r="http://schemas.openxmlformats.org/officeDocument/2006/relationships" id="260" r:id="R519adef0487b48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fc5403ee14ff2" /><Relationship Type="http://schemas.openxmlformats.org/officeDocument/2006/relationships/slideMaster" Target="/ppt/slideMasters/slideMaster1.xml" Id="Rf9656a53a1784588" /><Relationship Type="http://schemas.openxmlformats.org/officeDocument/2006/relationships/notesMaster" Target="/ppt/notesMasters/notesMaster1.xml" Id="Rfe94242deb704e3b" /><Relationship Type="http://schemas.openxmlformats.org/officeDocument/2006/relationships/presProps" Target="/ppt/presProps.xml" Id="R2321ce7952b64fdc" /><Relationship Type="http://schemas.openxmlformats.org/officeDocument/2006/relationships/tableStyles" Target="/ppt/tableStyles.xml" Id="R82f70a243f1744ba" /><Relationship Type="http://schemas.openxmlformats.org/officeDocument/2006/relationships/slide" Target="/ppt/slides/slide1.xml" Id="Rc300da5d6b224c1b" /><Relationship Type="http://schemas.openxmlformats.org/officeDocument/2006/relationships/slide" Target="/ppt/slides/slide2.xml" Id="Rc8f49f68ff1b4a1b" /><Relationship Type="http://schemas.openxmlformats.org/officeDocument/2006/relationships/slide" Target="/ppt/slides/slide3.xml" Id="R677e24a01803478d" /><Relationship Type="http://schemas.openxmlformats.org/officeDocument/2006/relationships/slide" Target="/ppt/slides/slide4.xml" Id="R0db940d8abdd476e" /><Relationship Type="http://schemas.openxmlformats.org/officeDocument/2006/relationships/slide" Target="/ppt/slides/slide5.xml" Id="R519adef0487b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d80f8435b643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c0bf872204702" /><Relationship Type="http://schemas.openxmlformats.org/officeDocument/2006/relationships/notesMaster" Target="/ppt/notesMasters/notesMaster1.xml" Id="R59795e089951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044901c6284edb" /><Relationship Type="http://schemas.openxmlformats.org/officeDocument/2006/relationships/notesMaster" Target="/ppt/notesMasters/notesMaster1.xml" Id="Rc227d423e24e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9b6e39be54f0d" /><Relationship Type="http://schemas.openxmlformats.org/officeDocument/2006/relationships/notesMaster" Target="/ppt/notesMasters/notesMaster1.xml" Id="R4872bb7b3396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945bf72644bcd" /><Relationship Type="http://schemas.openxmlformats.org/officeDocument/2006/relationships/notesMaster" Target="/ppt/notesMasters/notesMaster1.xml" Id="Rb4b6ced3a126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008a8b158342df" /><Relationship Type="http://schemas.openxmlformats.org/officeDocument/2006/relationships/notesMaster" Target="/ppt/notesMasters/notesMaster1.xml" Id="R85df6ef554174e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9f70c3d7f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8a2bafaeb4e6b" /><Relationship Type="http://schemas.openxmlformats.org/officeDocument/2006/relationships/slideLayout" Target="/ppt/slideLayouts/slideLayout1.xml" Id="Rbf20ca5101d348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0ca5101d348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84109a0364a48" /><Relationship Type="http://schemas.openxmlformats.org/officeDocument/2006/relationships/notesSlide" Target="/ppt/notesSlides/notesSlide1.xml" Id="Rd9d854ea7ae145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3c6ce92947ca" /><Relationship Type="http://schemas.openxmlformats.org/officeDocument/2006/relationships/notesSlide" Target="/ppt/notesSlides/notesSlide2.xml" Id="R1bb5011508e4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de5864364180" /><Relationship Type="http://schemas.openxmlformats.org/officeDocument/2006/relationships/notesSlide" Target="/ppt/notesSlides/notesSlide3.xml" Id="Re4ab44a0c85a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c1012490c4763" /><Relationship Type="http://schemas.openxmlformats.org/officeDocument/2006/relationships/notesSlide" Target="/ppt/notesSlides/notesSlide4.xml" Id="R2aca0bcde7174a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57a8fa2d441a4" /><Relationship Type="http://schemas.openxmlformats.org/officeDocument/2006/relationships/notesSlide" Target="/ppt/notesSlides/notesSlide5.xml" Id="R927f99e281c14d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C6D013-2FB4-4802-A0AF-EED45DB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2757E-4221-4487-A1C0-0751DA1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อัลกอริทึมและการเขียนโปรแกรม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972DD968-D9FE-4ABC-AEBA-10BAF1A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6C84F0DE-BB26-4DAB-9921-986D1182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43703C26-ACD0-46F1-9EE9-186AC0F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6B88896-99A0-450F-9FAB-7D7326A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อัลกอริทึม คือลำดับขั้นตอนแก้ปัญหาที่ชัดเจนและสิ้นสุดได้ ส่วน โปรแกรม คืออัลกอริทึมที่เขียนด้วยภาษาที่เครื่องเข้าใจ ทักษะแกนคือ "การคิดเชิงคำนวณ (computational thinking)"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D52E22-CF48-43C5-8E97-096ED98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C524DB-3F88-423D-82B7-8D2E1910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04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E33E79-EF58-4F9D-9240-E7B26C69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06905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8409142-91B0-4258-923A-526D5479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A65EE6-75D2-4F5F-9307-C2F0019C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852B6201-BA29-4E75-A641-155B6A2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BF58851E-466D-4F97-AE97-30974794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ผู้เรียนเข้าใจแนวคิดและสามารถออกแบบอัลกอริทึมพื้นฐานเพื่อแก้ปัญหาได้ — CLO3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1C3EBD83-7D4C-4361-8E90-CD7C814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06EBC4E2-8811-42AD-B3B8-95FEF5D9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ผู้เรียนรู้จักกระบวนทัศน์การเขียนโปรแกรม (Programming Paradigms) แบบต่าง ๆ — CLO3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0AC13C86-503F-43E8-BDED-B68F8692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ADD14E82-C6B5-4282-93D9-0377A05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ผู้เรียนสามารถประยุกต์ใช้ AI Assistant ในการเขียนโปรแกรมได้อย่างมีประสิทธิภาพและรับผิดชอบ — CLO3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6656B8-2D9F-4BCB-9339-A8F097C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C92B57-C9F5-44E6-AB45-4ED7DA6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04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A700FDF-9C83-4561-BE1E-CD79AB66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092101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BC1294F-A594-4673-8A28-58DE045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1F56E7AB-643A-47FF-B7D1-00C782D7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ACDB3901-14AA-468C-93CD-3DF80BF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1E8CF6AE-E97C-409B-BD63-907D7218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68A99C68-CCE2-4375-9125-FC86514E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แนวคิดอัลกอริทึมและโครงสร้างข้อมูลเบื้องต้น; ความซั…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13E04254-16E3-4177-A6C3-0DBFC06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2D4ED18B-A917-4DF1-B61D-6DFDE0C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กระบวนทัศน์การเขียนโปรแกรม (Procedural, Object-Orie…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0E1782E5-C213-4C62-84F7-2996DFFD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F8496C2-FBC7-48C9-AB28-DE98B82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การทำงานร่วมกับ AI ในการเขียนโค้ด (GitHub Copilot,…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E8A6782D-22DD-46FC-A136-06DCDEC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4CF6CEA0-DB00-4535-AEAE-E77FAE1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C8232AF7-1F69-4A11-A5E3-48D9D4D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0565F1DC-9540-47FA-A766-BB90787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การคิดเชิงคำนวณ: decomposition, pattern recognition…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461FF00D-9105-4AD8-AA7F-8CCDF301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DCEF2E04-90D4-48C4-8A9B-1EDAD82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การแทนอัลกอริทึม: ผังงาน (flowchart), รหัสเทียม (ps…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5E3BCBC0-2B03-46AF-A2CC-75EDAA6F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17C45A42-70E7-4B4A-8136-DD0249A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โครงสร้างควบคุม: ลำดับ, เงื่อนไข (if/else), วนซ้ำ (…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6EC516CC-818B-4CCC-B2FE-484887B4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B3D00C64-88F6-4812-9952-B05FA493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42529A0D-DFA6-452D-B7CF-D7BA788A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4EDBE2B2-26EF-44C8-A804-B721D331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Big-O Notation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AC9C52C7-EEBC-40A9-80BF-0B617716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9D2FA070-4BE6-430F-898E-13F75A8A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4CD0FF-C8ED-4B53-9C06-3C4B5C2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0428A5-1D2D-4513-924E-644064E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04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F0C072-4B40-4275-8764-1D59462B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9842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7A8810C-20D0-4FFB-B7D4-7537603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29CA9A26-4C69-4710-BE09-9215006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A746B6EE-4A09-49A1-B2A1-8F812068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8D5A591D-05B9-4C76-B080-A494AFC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556A52D9-7A0F-4DFA-A6AF-551F73C4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537726C2-7E6B-45C4-A6FB-1CF0FEC7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การคิดเชิงคำนวณ: decomposition, pattern recognition, abstraction, algorithm design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B435E935-092C-4B09-AC21-43C727A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6D1176C-1B8B-4828-B7EC-FD225AAF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การแทนอัลกอริทึม: ผังงาน (flowchart), รหัสเทียม (pseudocode)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F460CC01-54AF-47D1-9084-513C67E5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CF59C69C-4D3A-491E-A0F1-0B02C5A5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โครงสร้างควบคุม: ลำดับ, เงื่อนไข (if/else), วนซ้ำ (for/while)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2F304AA0-4DAD-4F47-BBEC-F113207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F6C147CA-B5EE-4858-B486-3E05DEAA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A745517F-2F2E-452F-AE80-FF9F65FE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AI ช่วยเขียนโค้ด โตจาก ~550 ล้าน เป็น ~4 พันล้านดอลลาร์ในปีเดียว โมเดลตีความทั้ง codebase ได้ — แต่…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84F17AAD-D0CE-479A-9F0E-E745E2F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C3344ABA-55DB-487A-9C77-AD41E8D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Python ครองอันดับภาษายอดนิยมสำหรับผู้เริ่มต้นและงาน AI/data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879AC16-96C1-4784-A31A-D74144D6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96E53D7E-7790-4B4F-A424-1611F8A4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ประเด็นความซื่อสัตย์ทางวิชาการในการใช้ AI (เชื่อม Week 13 - Computer Ethics &amp; Intellectual Property)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68C3E9-884A-41BA-8C68-88794AA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9E317C-1C79-49EC-B576-48C3FB4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04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5EC08E-C8D5-429C-8267-B0B7068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981076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C83B60A-C21F-4170-872D-22618915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E1FCBE55-7436-49ED-B5D1-4505BD8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26166C88-BA9A-47B0-97CD-CE9EFCE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(วิเคราะห์ Big-O/Flowchart)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7B6A5FD7-C16A-4498-9D68-88CA7238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A4A87EA-4C98-4536-9806-9930055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D678627B-1058-4D76-9283-D28BB4C3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F97FB675-2AD1-40ED-81BB-DBD1282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A25F47-D94C-4DFF-87CA-C61C9932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13FE08D-2694-401E-9074-38C7430D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04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DA31C0C-83E5-4D77-B9A8-6FA5263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024206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2026-06-30T03:51:33.0000000Z</dcterms:created>
  <dcterms:modified xsi:type="dcterms:W3CDTF">2026-06-30T03:51:33.0000000Z</dcterms:modified>
</coreProperties>
</file>