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a202da53b74f64" /><Relationship Type="http://schemas.openxmlformats.org/officeDocument/2006/relationships/extended-properties" Target="/docProps/app.xml" Id="R9779e40f0e474b53" /><Relationship Type="http://schemas.openxmlformats.org/officeDocument/2006/relationships/officeDocument" Target="/ppt/presentation.xml" Id="R94bf8ce99c2e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c535950504e56"/>
  </p:sldMasterIdLst>
  <p:notesMasterIdLst>
    <p:notesMasterId xmlns:r="http://schemas.openxmlformats.org/officeDocument/2006/relationships" r:id="Rf60a1e2407314ed1"/>
  </p:notesMasterIdLst>
  <p:sldIdLst>
    <p:sldId xmlns:r="http://schemas.openxmlformats.org/officeDocument/2006/relationships" id="256" r:id="Rd7206251e15e42c1"/>
    <p:sldId xmlns:r="http://schemas.openxmlformats.org/officeDocument/2006/relationships" id="257" r:id="Rc4579ce48d29495a"/>
    <p:sldId xmlns:r="http://schemas.openxmlformats.org/officeDocument/2006/relationships" id="258" r:id="R6cc876ccda7541d6"/>
    <p:sldId xmlns:r="http://schemas.openxmlformats.org/officeDocument/2006/relationships" id="259" r:id="R58b9b9c48ce041be"/>
    <p:sldId xmlns:r="http://schemas.openxmlformats.org/officeDocument/2006/relationships" id="260" r:id="Rf8e84b164a5b44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4a394cb5e24a09" /><Relationship Type="http://schemas.openxmlformats.org/officeDocument/2006/relationships/slideMaster" Target="/ppt/slideMasters/slideMaster1.xml" Id="Rc88c535950504e56" /><Relationship Type="http://schemas.openxmlformats.org/officeDocument/2006/relationships/notesMaster" Target="/ppt/notesMasters/notesMaster1.xml" Id="Rf60a1e2407314ed1" /><Relationship Type="http://schemas.openxmlformats.org/officeDocument/2006/relationships/presProps" Target="/ppt/presProps.xml" Id="R3fcb5df16d7a4b1a" /><Relationship Type="http://schemas.openxmlformats.org/officeDocument/2006/relationships/tableStyles" Target="/ppt/tableStyles.xml" Id="R61918b78cd9547cb" /><Relationship Type="http://schemas.openxmlformats.org/officeDocument/2006/relationships/slide" Target="/ppt/slides/slide1.xml" Id="Rd7206251e15e42c1" /><Relationship Type="http://schemas.openxmlformats.org/officeDocument/2006/relationships/slide" Target="/ppt/slides/slide2.xml" Id="Rc4579ce48d29495a" /><Relationship Type="http://schemas.openxmlformats.org/officeDocument/2006/relationships/slide" Target="/ppt/slides/slide3.xml" Id="R6cc876ccda7541d6" /><Relationship Type="http://schemas.openxmlformats.org/officeDocument/2006/relationships/slide" Target="/ppt/slides/slide4.xml" Id="R58b9b9c48ce041be" /><Relationship Type="http://schemas.openxmlformats.org/officeDocument/2006/relationships/slide" Target="/ppt/slides/slide5.xml" Id="Rf8e84b164a5b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fc8d2baa70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1e060c72fc410c" /><Relationship Type="http://schemas.openxmlformats.org/officeDocument/2006/relationships/notesMaster" Target="/ppt/notesMasters/notesMaster1.xml" Id="R6d4cd1d1eca040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d76f647eb4f77" /><Relationship Type="http://schemas.openxmlformats.org/officeDocument/2006/relationships/notesMaster" Target="/ppt/notesMasters/notesMaster1.xml" Id="R0bb6bf259ba74a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e1ed3642f47ab" /><Relationship Type="http://schemas.openxmlformats.org/officeDocument/2006/relationships/notesMaster" Target="/ppt/notesMasters/notesMaster1.xml" Id="Rb66cf2c7fcb24c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ad977ed4574dc5" /><Relationship Type="http://schemas.openxmlformats.org/officeDocument/2006/relationships/notesMaster" Target="/ppt/notesMasters/notesMaster1.xml" Id="R49318be5a4d8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59912c540b41a0" /><Relationship Type="http://schemas.openxmlformats.org/officeDocument/2006/relationships/notesMaster" Target="/ppt/notesMasters/notesMaster1.xml" Id="R4f438325d5ff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57ac7221d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01f66781f4ae5" /><Relationship Type="http://schemas.openxmlformats.org/officeDocument/2006/relationships/slideLayout" Target="/ppt/slideLayouts/slideLayout1.xml" Id="R881cb36daaa5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cb36daaa5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143552ee048e2" /><Relationship Type="http://schemas.openxmlformats.org/officeDocument/2006/relationships/notesSlide" Target="/ppt/notesSlides/notesSlide1.xml" Id="Rda46b8a4193d43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39cee299e423a" /><Relationship Type="http://schemas.openxmlformats.org/officeDocument/2006/relationships/notesSlide" Target="/ppt/notesSlides/notesSlide2.xml" Id="R6ab9735f9265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7eff3229a4d93" /><Relationship Type="http://schemas.openxmlformats.org/officeDocument/2006/relationships/notesSlide" Target="/ppt/notesSlides/notesSlide3.xml" Id="R9d881d22a559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1a04dd464cb2" /><Relationship Type="http://schemas.openxmlformats.org/officeDocument/2006/relationships/notesSlide" Target="/ppt/notesSlides/notesSlide4.xml" Id="R4fa9560d761a42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c14d0632e4e75" /><Relationship Type="http://schemas.openxmlformats.org/officeDocument/2006/relationships/notesSlide" Target="/ppt/notesSlides/notesSlide5.xml" Id="R91115878e95746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546D17F-4DC7-474B-BD6C-F9ABF749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DD64ED-521F-4A67-80AE-7453E37B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AI แบบรู้สร้างและวิทยาการหุ่นยนต์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E8AB49D0-1731-4A58-A728-D6597F7D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8E376693-DF4F-48F6-B85F-65912780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7D6C28C6-2C82-4193-BFD4-B553195A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8343BB8-4779-4182-9B02-E675C98D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โมเดลภาษาขนาดใหญ่ (LLM) ขับเคลื่อน Generative AI และล่าสุดคือ Agentic AI ที่ลงมือทำงานได้เอง พร้อมการผสาน AI เข้ากับหุ่นยนต์ในโลกจริง (Physical AI)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15615-6A86-491D-A76C-F06BE89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2454A6-2019-4FF9-BEB3-80BDE1C1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10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5A6C48-90DE-46CC-BCDF-FD7373B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218141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4BECACA-8240-434F-8580-22E3107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6D4333-81C9-4AD8-AD8A-80B6A64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CA12BCB0-95C4-46B6-97CF-AA1F91A7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1097B819-41F6-4B42-AC92-7A75F951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ผู้เรียนเข้าใจหลักการเบื้องต้นของ Generative AI และ LLM — CLO1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8E6E8407-4592-47DB-9D7C-8F44FE03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AFD92F0D-CF1E-41C8-80C3-42160F5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ผู้เรียนอธิบายการประยุกต์ AI ในโลกจริงผ่านแนวคิด Physical AI ได้ — CLO1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1D7FA3BD-2A80-463B-AACC-DCCA557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0A8BBE2C-58C8-4042-A0AC-88A6C6BB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ผู้เรียนตระหนักถึงวิวัฒนาการของหุ่นยนต์ฮิวแมนนอยด์และการสั่งการผ่านโมเดล AI — CLO4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19DD1D8-F5D7-44FB-B6A4-D162E8CE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BCD2142-3960-4586-8896-13287CB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10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B6D5CA-7AEE-43E8-ABBB-EA567E1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969750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FB12A39-A0D3-4493-B0D4-8DF43E5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BFE39F9D-EA6B-4A54-A4D2-97793EE2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2E7B07A0-1F05-489B-951C-F454679D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78FA8D1E-4411-4EC9-96B9-E6AD64A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F524A95E-5B50-4AAB-9331-B6AF544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Generative AI และสถาปัตยกรรม Transformer เบื้องต้น…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166010C4-EDDF-499C-B858-B097314D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696868C-01D6-4565-95D7-40F91F1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Physical AI: นำ AI จากซอฟต์แวร์สู่การควบคุมเครื่องจ…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62A14B57-710C-4279-BDD3-7210E657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6AC7B408-74E5-44EF-914A-C4F825B1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หุ่นยนต์ฮิวแมนนอยด์, ระบบขับเคลื่อนอัตโนมัติ และวิศ…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A1E102D3-2F89-40EB-ABF0-AC929558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163C53AD-074C-4E47-899D-CB9768C2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6334BB66-7F63-4834-951B-7C682F3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6BDE82E9-5C42-48ED-B4E7-D4B2BB2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LLM/Generative AI: token, prompt, embedding (เชื่อม…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981F5BC8-5255-4FE3-9126-13A9D086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7A6D1FAB-5E60-4C17-8C28-DCA3130B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AI: ตัวแทนที่วางแผนและลงมือทำงานหลายขั้นตอน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EF1258A2-A074-42FD-BD7D-AE0A312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B147D922-BF61-4E48-A3DF-F1A000F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หุ่นยนต์ (robotics): วงจร sense–plan–act; ผสาน AI ก…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A067C50F-F103-4859-98AC-B88F646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0DE85B10-FFEE-4D93-96DD-D4AE2AB3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E36621C1-B480-49FA-B878-E2E3BC8D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33CD28FA-1937-4CF8-B151-2556B395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50C2AF25-5001-4E33-A302-726EB3AB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2E9E237A-8CB6-4E12-BE5C-15293A7A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RAG และ LLM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42A8C062-1357-46F9-AC9D-F5AC8A52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897AE529-D62B-4F30-A6E2-872279F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ดูธีม ปัญญาประดิษฐ์เป็นแรงขับเคลื่อนข้ามศาสตร์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3DCF4F-9509-400B-BE37-C7834B15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37448E-C71A-4FA4-A665-E39554D5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10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D2E82C0-28DF-4629-83B6-34D0165F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931520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E516304-C286-4E14-91BC-135D2DA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1CEEAD17-0004-436E-8958-6633BFF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B010C970-AE4D-4286-A34E-E6AE1A6C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AF950CA9-B3CF-4F12-8C26-AC5F74DF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85FC602C-A598-4BB2-8E40-C0A0A43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FA119C29-3B9E-4D43-A00A-EBADF798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LLM/Generative AI: token, prompt, embedding (เชื่อม Vector Database); สร้างข้อความ/ภาพ/โค้ด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0186E6DC-CED3-48F5-A04B-05DF5E5E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784493B-0909-45C8-851A-7348AC82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AI: ตัวแทนที่วางแผนและลงมือทำงานหลายขั้นตอน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6118C0A3-4DBC-4D10-B6D5-00AA9395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D552922-232F-4715-AC04-7F4136DA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หุ่นยนต์ (robotics): วงจร sense–plan–act; ผสาน AI กับการควบคุมการเคลื่อนไหว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1F9E895B-CBD7-4AD1-ACF8-F2D7F61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FB0A72B3-0E09-4664-A0BB-C3DC7EA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B2C6C906-7BC2-47CE-9E09-BF7B807F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 คือคลื่นลูกใหญ่: เปลี่ยนจาก "ผู้ช่วยตอบคำถาม" เป็น "ตัวแทนที่ลงมือทำ"; ~79% ขององค์กรเริ…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D0BE8226-620C-4CC6-91A2-A476B57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25AD3670-AE98-4525-A71E-04AB1D22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เม็ดเงินมหาศาล: การใช้จ่าย generative AI ระดับองค์กรพุ่งจาก 2.3 พันล้าน (2023) เป็น ~37 พันล้านดอลล…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0E0EF19-E1E7-4B84-B58A-E345099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79B473EA-2C1E-4812-84B7-52D786F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หุ่นยนต์ + LLM: หุ่นยนต์ใช้นโยบายควบคุมด้วยภาษา (language-conditioned); หุ่นยนต์ฮิวแมนนอยด์เข้าสู่ส…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26C625-D4F6-4368-896F-4D58F406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2A1030A-8651-4057-B996-2E46FDD5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10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F4D5C1-E91E-4A15-8C60-E157FFC0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746887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A02B4FC-AF3B-49ED-839E-ABFFD53D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C9F8E574-0E25-4D73-B3E1-997D2A3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D196C42A-B489-407A-8E54-ACF15094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(เรียกใช้งาน GenAI API)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FDD81645-3E02-4592-B3B2-2FD7AE8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CE4B7DF-149E-4D51-AE53-6D3BF5C9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96968825-3DA8-4E3E-B339-0435061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E1B35A87-0BCF-4046-A4FE-4327F5E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8AB2F2-EBDB-4281-BA3A-2C1D21E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AACC3CD-A060-403F-9AF7-B9E90A21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10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4D562B3-7B91-4FD3-BB50-F7DCD7A6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7006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2026-06-30T03:51:37.3590000Z</dcterms:created>
  <dcterms:modified xsi:type="dcterms:W3CDTF">2026-06-30T03:51:37.3590000Z</dcterms:modified>
</coreProperties>
</file>