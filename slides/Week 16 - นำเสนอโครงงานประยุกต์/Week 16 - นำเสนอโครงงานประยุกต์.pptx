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a3b84dc24244c0" /><Relationship Type="http://schemas.openxmlformats.org/officeDocument/2006/relationships/extended-properties" Target="/docProps/app.xml" Id="Rb9f4871d23844f1a" /><Relationship Type="http://schemas.openxmlformats.org/officeDocument/2006/relationships/officeDocument" Target="/ppt/presentation.xml" Id="R71ce30d8eeb540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7be7c5d45e42dd"/>
  </p:sldMasterIdLst>
  <p:notesMasterIdLst>
    <p:notesMasterId xmlns:r="http://schemas.openxmlformats.org/officeDocument/2006/relationships" r:id="R981de77c33bd4f13"/>
  </p:notesMasterIdLst>
  <p:sldIdLst>
    <p:sldId xmlns:r="http://schemas.openxmlformats.org/officeDocument/2006/relationships" id="256" r:id="Rf43241c401384a56"/>
    <p:sldId xmlns:r="http://schemas.openxmlformats.org/officeDocument/2006/relationships" id="257" r:id="R9fc9702bf8f9423a"/>
    <p:sldId xmlns:r="http://schemas.openxmlformats.org/officeDocument/2006/relationships" id="258" r:id="R9b075a3b5cde4501"/>
    <p:sldId xmlns:r="http://schemas.openxmlformats.org/officeDocument/2006/relationships" id="259" r:id="R945852c7bd394a30"/>
    <p:sldId xmlns:r="http://schemas.openxmlformats.org/officeDocument/2006/relationships" id="260" r:id="R8a33d7783cb34e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ac7ffbc2f64e07" /><Relationship Type="http://schemas.openxmlformats.org/officeDocument/2006/relationships/slideMaster" Target="/ppt/slideMasters/slideMaster1.xml" Id="Rfa7be7c5d45e42dd" /><Relationship Type="http://schemas.openxmlformats.org/officeDocument/2006/relationships/notesMaster" Target="/ppt/notesMasters/notesMaster1.xml" Id="R981de77c33bd4f13" /><Relationship Type="http://schemas.openxmlformats.org/officeDocument/2006/relationships/presProps" Target="/ppt/presProps.xml" Id="R553e61322d514045" /><Relationship Type="http://schemas.openxmlformats.org/officeDocument/2006/relationships/tableStyles" Target="/ppt/tableStyles.xml" Id="R9fbef9dc0d6b472d" /><Relationship Type="http://schemas.openxmlformats.org/officeDocument/2006/relationships/slide" Target="/ppt/slides/slide1.xml" Id="Rf43241c401384a56" /><Relationship Type="http://schemas.openxmlformats.org/officeDocument/2006/relationships/slide" Target="/ppt/slides/slide2.xml" Id="R9fc9702bf8f9423a" /><Relationship Type="http://schemas.openxmlformats.org/officeDocument/2006/relationships/slide" Target="/ppt/slides/slide3.xml" Id="R9b075a3b5cde4501" /><Relationship Type="http://schemas.openxmlformats.org/officeDocument/2006/relationships/slide" Target="/ppt/slides/slide4.xml" Id="R945852c7bd394a30" /><Relationship Type="http://schemas.openxmlformats.org/officeDocument/2006/relationships/slide" Target="/ppt/slides/slide5.xml" Id="R8a33d7783cb34e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e71fc612db48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87c52cfec7488c" /><Relationship Type="http://schemas.openxmlformats.org/officeDocument/2006/relationships/notesMaster" Target="/ppt/notesMasters/notesMaster1.xml" Id="R7d8f84863f8744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567221b3d34f7d" /><Relationship Type="http://schemas.openxmlformats.org/officeDocument/2006/relationships/notesMaster" Target="/ppt/notesMasters/notesMaster1.xml" Id="Rb0addfdb0b4641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d4126da72d4375" /><Relationship Type="http://schemas.openxmlformats.org/officeDocument/2006/relationships/notesMaster" Target="/ppt/notesMasters/notesMaster1.xml" Id="Re922ca8f9dc54f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90a952af7843d0" /><Relationship Type="http://schemas.openxmlformats.org/officeDocument/2006/relationships/notesMaster" Target="/ppt/notesMasters/notesMaster1.xml" Id="R779bbf981a8547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00bcd9628a4f26" /><Relationship Type="http://schemas.openxmlformats.org/officeDocument/2006/relationships/notesMaster" Target="/ppt/notesMasters/notesMaster1.xml" Id="R181c08f86e744e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d550faee445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ba8c69bdf140be" /><Relationship Type="http://schemas.openxmlformats.org/officeDocument/2006/relationships/slideLayout" Target="/ppt/slideLayouts/slideLayout1.xml" Id="Rda9d669d1c5a4c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9d669d1c5a4c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9e36ec42b4aea" /><Relationship Type="http://schemas.openxmlformats.org/officeDocument/2006/relationships/notesSlide" Target="/ppt/notesSlides/notesSlide1.xml" Id="Rc213ff96bd9d4c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eee67c1bf4d46" /><Relationship Type="http://schemas.openxmlformats.org/officeDocument/2006/relationships/notesSlide" Target="/ppt/notesSlides/notesSlide2.xml" Id="R182cffc2bc5c4a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d31b8a8634333" /><Relationship Type="http://schemas.openxmlformats.org/officeDocument/2006/relationships/notesSlide" Target="/ppt/notesSlides/notesSlide3.xml" Id="R580331490cab43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f371e18c249f9" /><Relationship Type="http://schemas.openxmlformats.org/officeDocument/2006/relationships/notesSlide" Target="/ppt/notesSlides/notesSlide4.xml" Id="R9e68fe72bff346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07faa692b498b" /><Relationship Type="http://schemas.openxmlformats.org/officeDocument/2006/relationships/notesSlide" Target="/ppt/notesSlides/notesSlide5.xml" Id="R5e5e8377321048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9EDCBE9-8454-45D9-BD49-1AE072E2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16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EA89B6C-3424-45FC-8E7B-894AE495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นำเสนอโครงงานประยุกต์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6237A521-1C22-4EC4-94DB-AE2582DD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DD5117D7-D184-464F-9ED3-BB7B4CB5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D1304E22-B5FD-43C2-832A-8D920B65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7F0234F-F255-44F7-B5C5-66D241B1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ผู้เรียนนำเสนอโครงงานที่รวบรวมองค์ความรู้ทั้งภาคการศึกษา (น้ำหนัก 15% — ดู การวัดและประเมินผล) ประเมินทักษะการสื่อสาร การทำงานเป็นทีม และการประยุกต์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531FA51-AE62-4533-A327-97EA9553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8D3593F-7691-4F33-A97F-5D7EF0F5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16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8ED6F31-CE65-41CD-80CF-D169872E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20348650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ACB72696-C398-4536-A3AE-98A24722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A6532F-8764-4A64-B430-A17DD534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[CLO3, CLO6]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2D12FCD-44C8-4BED-9152-85C0D176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0917968-8364-4F72-ACED-ADA6D39E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16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434C264-766C-4938-A6B6-EB9E3FF9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15006667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2C0AC769-A71A-4E62-B103-D4CB4ABF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474D25C4-D265-4586-B88D-9D39B39D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E4DAB5F1-60FF-4157-AF1B-5465464C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panel-1">
            <a:extLst xmlns:a="http://schemas.openxmlformats.org/drawingml/2006/main">
              <a:ext uri="{FF2B5EF4-FFF2-40B4-BE49-F238E27FC236}">
                <a16:creationId xmlns:a16="http://schemas.microsoft.com/office/drawing/2014/main" id="{C8742075-2ED2-4D8A-BA0E-D98DD578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A844B64E-2ACF-45A1-AE41-6FB6F370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6" name="panel-2">
            <a:extLst xmlns:a="http://schemas.openxmlformats.org/drawingml/2006/main">
              <a:ext uri="{FF2B5EF4-FFF2-40B4-BE49-F238E27FC236}">
                <a16:creationId xmlns:a16="http://schemas.microsoft.com/office/drawing/2014/main" id="{14ED0D69-4BB8-41DA-97BD-F9EEC848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DFA895FB-8299-4249-B094-D2C73A70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CC4F7F9-DD96-4CBD-909E-E8204A3A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01410E8-474E-4D6E-AEE6-FB79F5F9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16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722ACF6-C182-4488-9764-8F9DB221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521023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F8EF8A7D-F66A-4B5F-813E-3CC1C960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F112029D-EA8C-49A8-B1F3-017E6F45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1B0D2826-F927-4265-94AF-451638CF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EE23D4D0-2B33-4007-840C-2D196B26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right-head">
            <a:extLst xmlns:a="http://schemas.openxmlformats.org/drawingml/2006/main">
              <a:ext uri="{FF2B5EF4-FFF2-40B4-BE49-F238E27FC236}">
                <a16:creationId xmlns:a16="http://schemas.microsoft.com/office/drawing/2014/main" id="{AF5E5CDB-A8C9-4CDC-AB78-5465199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FDB737-3885-4C48-AA59-8A99F25D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3157FA9-A5D8-484A-9B35-F0B77851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16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A0384F3-8D38-42B7-A8C5-D6D4E1FC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577642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F6E48A77-FD8E-40CF-B91A-4A67B8FB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D1D4B8C3-F981-47D4-8E68-2F5F1126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8D996BEC-5262-4D20-B427-8ECAB8FA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กิจกรรมประจำสัปดาห์ตามแผน OBE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4288B88F-8495-439B-B990-CB9B2C37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EBE70A15-4B43-4D75-9082-DC4AED76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1566D511-6EC5-4D5B-8DF8-6AD85744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B75DA9A8-4783-41A6-8CC2-1F1FF1B7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BBFBDA1-24EB-46CF-8473-58246E75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F4ED320-B689-4A62-AD6D-9165BCDC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16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0FDA0BB-27DE-414C-8BF5-D3B19B61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960028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2026-06-30T03:51:41.8410000Z</dcterms:created>
  <dcterms:modified xsi:type="dcterms:W3CDTF">2026-06-30T03:51:41.8410000Z</dcterms:modified>
</coreProperties>
</file>