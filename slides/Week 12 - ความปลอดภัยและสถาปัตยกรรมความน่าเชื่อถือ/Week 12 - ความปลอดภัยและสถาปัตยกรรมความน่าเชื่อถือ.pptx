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220159ee0c4465" /><Relationship Type="http://schemas.openxmlformats.org/officeDocument/2006/relationships/extended-properties" Target="/docProps/app.xml" Id="R9643902290e34687" /><Relationship Type="http://schemas.openxmlformats.org/officeDocument/2006/relationships/officeDocument" Target="/ppt/presentation.xml" Id="R0e427352de6047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9ae56e0dc948a3"/>
  </p:sldMasterIdLst>
  <p:notesMasterIdLst>
    <p:notesMasterId xmlns:r="http://schemas.openxmlformats.org/officeDocument/2006/relationships" r:id="R5b50c2b989214124"/>
  </p:notesMasterIdLst>
  <p:sldIdLst>
    <p:sldId xmlns:r="http://schemas.openxmlformats.org/officeDocument/2006/relationships" id="256" r:id="R176bd8461a4c4623"/>
    <p:sldId xmlns:r="http://schemas.openxmlformats.org/officeDocument/2006/relationships" id="257" r:id="R80f340bf2d574812"/>
    <p:sldId xmlns:r="http://schemas.openxmlformats.org/officeDocument/2006/relationships" id="258" r:id="Rf6f0bcc982344a31"/>
    <p:sldId xmlns:r="http://schemas.openxmlformats.org/officeDocument/2006/relationships" id="259" r:id="Rd8b7f50b85384e79"/>
    <p:sldId xmlns:r="http://schemas.openxmlformats.org/officeDocument/2006/relationships" id="260" r:id="R0ef75216086f47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f33710ae4447e" /><Relationship Type="http://schemas.openxmlformats.org/officeDocument/2006/relationships/slideMaster" Target="/ppt/slideMasters/slideMaster1.xml" Id="R0d9ae56e0dc948a3" /><Relationship Type="http://schemas.openxmlformats.org/officeDocument/2006/relationships/notesMaster" Target="/ppt/notesMasters/notesMaster1.xml" Id="R5b50c2b989214124" /><Relationship Type="http://schemas.openxmlformats.org/officeDocument/2006/relationships/presProps" Target="/ppt/presProps.xml" Id="R0e928c4f385647d9" /><Relationship Type="http://schemas.openxmlformats.org/officeDocument/2006/relationships/tableStyles" Target="/ppt/tableStyles.xml" Id="R38719a6454c94dcc" /><Relationship Type="http://schemas.openxmlformats.org/officeDocument/2006/relationships/slide" Target="/ppt/slides/slide1.xml" Id="R176bd8461a4c4623" /><Relationship Type="http://schemas.openxmlformats.org/officeDocument/2006/relationships/slide" Target="/ppt/slides/slide2.xml" Id="R80f340bf2d574812" /><Relationship Type="http://schemas.openxmlformats.org/officeDocument/2006/relationships/slide" Target="/ppt/slides/slide3.xml" Id="Rf6f0bcc982344a31" /><Relationship Type="http://schemas.openxmlformats.org/officeDocument/2006/relationships/slide" Target="/ppt/slides/slide4.xml" Id="Rd8b7f50b85384e79" /><Relationship Type="http://schemas.openxmlformats.org/officeDocument/2006/relationships/slide" Target="/ppt/slides/slide5.xml" Id="R0ef75216086f47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57b9dd9244c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351d201de641f1" /><Relationship Type="http://schemas.openxmlformats.org/officeDocument/2006/relationships/notesMaster" Target="/ppt/notesMasters/notesMaster1.xml" Id="Rc46ae85d514545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48e3012f8a4764" /><Relationship Type="http://schemas.openxmlformats.org/officeDocument/2006/relationships/notesMaster" Target="/ppt/notesMasters/notesMaster1.xml" Id="Rea94decfd7c440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3ab26745114344" /><Relationship Type="http://schemas.openxmlformats.org/officeDocument/2006/relationships/notesMaster" Target="/ppt/notesMasters/notesMaster1.xml" Id="R6b447dea4f4143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f45b4886724715" /><Relationship Type="http://schemas.openxmlformats.org/officeDocument/2006/relationships/notesMaster" Target="/ppt/notesMasters/notesMaster1.xml" Id="R6b6cf149014f49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1bc72bc65c4a4b" /><Relationship Type="http://schemas.openxmlformats.org/officeDocument/2006/relationships/notesMaster" Target="/ppt/notesMasters/notesMaster1.xml" Id="R8d241010978847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bb266fedd40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2e2e95e7f4951" /><Relationship Type="http://schemas.openxmlformats.org/officeDocument/2006/relationships/slideLayout" Target="/ppt/slideLayouts/slideLayout1.xml" Id="Rfbb16cfb39e2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b16cfb39e2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497040b5d44e2" /><Relationship Type="http://schemas.openxmlformats.org/officeDocument/2006/relationships/notesSlide" Target="/ppt/notesSlides/notesSlide1.xml" Id="Ra7a661a1533649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cce8097294845" /><Relationship Type="http://schemas.openxmlformats.org/officeDocument/2006/relationships/notesSlide" Target="/ppt/notesSlides/notesSlide2.xml" Id="Rd8706e773532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7297798414afe" /><Relationship Type="http://schemas.openxmlformats.org/officeDocument/2006/relationships/notesSlide" Target="/ppt/notesSlides/notesSlide3.xml" Id="R7a0c85f375a24a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ba200573e40b6" /><Relationship Type="http://schemas.openxmlformats.org/officeDocument/2006/relationships/notesSlide" Target="/ppt/notesSlides/notesSlide4.xml" Id="R8a11d2bbd3be4f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fc8768c584533" /><Relationship Type="http://schemas.openxmlformats.org/officeDocument/2006/relationships/notesSlide" Target="/ppt/notesSlides/notesSlide5.xml" Id="Ra57cc0612b0242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0BC6F36-F07D-4AF2-819C-B7DF4F4B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12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E9BDF4-2B51-4A50-AAD1-0081F33B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ความปลอดภัยและสถาปัตยกรรมความน่าเชื่อถือ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568D1D6D-29FC-4655-B85C-C1483E45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AAC6F632-518F-4A85-BDBA-3B53F0B7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16740B1F-48BA-4A4A-BDB5-5E5172D5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2F1A535-4DC5-4736-AB8D-33EF662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ความปลอดภัยไซเบอร์มุ่งปกป้องระบบ/ข้อมูลตามหลัก CIA Triad ภัยคุกคามปัจจุบันรุนแรงขึ้นและถูกขับเคลื่อนด้วย AI ทั้งฝ่ายโจมตีและฝ่ายป้องกัน แนวทาง Zero-Trust Architecture เป็นมาตรฐานใหม่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7B1BC64-892C-4AF0-BE3F-F8796A2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34ED48C-C48E-41E4-9EA3-3F1665D4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12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228B3D-C168-4A48-B07C-1EEA341D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471037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31BA0BA-079C-4030-8AFE-320E2D21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1AE1D0-2FB8-440F-B9B3-0BDDE6B4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2D33F93D-7DE1-4E77-B1CF-0DC12608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92F5EA19-4646-474F-BCD6-133B149A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ผู้เรียนเข้าใจหลักการพื้นฐานด้านความปลอดภัยไซเบอร์ (CIA Triad) — CLO1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CE816897-6D46-4B40-B9BB-A9C76A5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B1A27A7D-AE2C-4014-9E7A-09B061FF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ผู้เรียนเข้าใจสถาปัตยกรรม Zero-Trust Architecture ในองค์กรยุคใหม่ — CLO1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81CCCC18-3192-45D2-8950-32455280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C8604407-AA4D-4BE7-9B4F-AF380DE6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ผู้เรียนตระหนักถึง Digital Provenance เพื่อตรวจสอบที่มาของข้อมูลในยุคที่ AI สร้างเนื้อหาปลอมได้ — CLO4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856311-D27B-4303-8798-46D95840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7BEEF0-3F39-4061-BC72-AD67FC2A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12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F6F010D-5842-4BE5-A1D0-3C15B5F3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2009528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8C9F881-4AC9-4229-8E70-53D0580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159EAF57-4FB0-4DEA-970B-7B386F24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075BCD25-1786-424D-B2E4-C34D7156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EAD8EFA5-92CA-4AE7-AF2A-898E8F1A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1329AE51-0F75-4EBF-94ED-E894FA14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หลักความปลอดภัย (CIA Triad: Confidentiality, Integr…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D372898A-EE32-48DA-9C0B-E223592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C90E14F3-48F8-4331-80DA-C2CDE78E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วิทยาการรหัสลับเบื้องต้น (Cryptography)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23B1224A-D3A5-417C-9371-B42E091D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37DC2693-E21F-401A-AC11-429495F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Zero-Trust Architecture: "ไม่เชื่อใจใคร ตรวจสอบทุกค…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EB52E9CE-13E6-4679-B40D-1A2DE6A9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3003846E-4F02-48B0-B45F-174B3013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A63FCA64-E735-4E11-BA88-EC58A523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03B3107F-F6D8-4F64-AF01-B17FCCB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หลักการ: CIA Triad, least privilege, defense in dep…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3134CF39-624C-4164-AD2D-E490A620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09F11D0A-F668-4B6B-96CC-2B2D677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ภัยคุกคาม: มัลแวร์/แรนซัมแวร์, ฟิชชิง, social engin…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C4541E93-E457-4523-BF9F-034F1229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614A6422-A262-4276-89B7-B6B8DE38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กลไกป้องกัน: การเข้ารหัส, MFA/2FA, ไฟร์วอลล์, IDS/I…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548ADD50-320A-4D10-8B44-39259F5E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2B41F2C3-93C3-4223-B190-78D4FA20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BA7CDF09-2573-4F42-8C21-462F4A31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D4B02649-935B-40ED-A48F-59D2FB3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CIA Triad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B760DF6F-2FB9-4A51-B7E0-2E7B1261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FBCF3C8B-24D5-416A-A10E-C4D3BA8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Zero-Trust Architecture</a:t>
            </a:r>
          </a:p>
        </p:txBody>
      </p:sp>
      <p:sp>
        <p:nvSpPr>
          <p:cNvPr id="24" name="dot-2">
            <a:extLst xmlns:a="http://schemas.openxmlformats.org/drawingml/2006/main">
              <a:ext uri="{FF2B5EF4-FFF2-40B4-BE49-F238E27FC236}">
                <a16:creationId xmlns:a16="http://schemas.microsoft.com/office/drawing/2014/main" id="{FC78D71D-4929-4526-A62E-BA0F8DC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29040D53-C1CD-4422-A804-427D75E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ดูธีม ความปลอดภัยและสถาปัตยกรรมความน่าเชื่อถือ (ธีม)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C174EA-22AE-44A7-A141-8076D5BD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202753-1AA0-4D21-9D13-9C2980FC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12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E56BBF-78FD-4AA7-A56C-082E5F7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016802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D3CE237-45B5-4339-99DD-B27CB5E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0A2A5533-23AB-48A0-83EB-76FD91EA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0830855C-EC47-4F7A-ABE4-B65E9F5B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50E63C8B-9E23-4052-8AD7-7F182DA3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3B495C15-5D23-42E8-A1E4-6F78870F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24C57456-A270-45C9-8D61-564B960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หลักการ: CIA Triad, least privilege, defense in depth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930411D7-C10D-4D5C-A7FC-DCAC4459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C59F6215-AAC4-4EED-9632-4C28CE81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ภัยคุกคาม: มัลแวร์/แรนซัมแวร์, ฟิชชิง, social engineering, DDoS, SQL injection, MITM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81B43570-FCB2-46E7-A07A-B73D93AB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7EC7CB97-70A3-4C55-A8EA-F81604A0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กลไกป้องกัน: การเข้ารหัส, MFA/2FA, ไฟร์วอลล์, IDS/IPS, การสำรองข้อมูล, IAM, patching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D18941B6-A6C0-4A90-BF73-A72F1FC1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242DB626-82D5-4E42-9666-EECFCC27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81BCB0E1-34DC-4BD4-A4B1-D162435D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ภัยที่ขับเคลื่อนด้วย AI: ~87% ระบุว่าช่องโหว่ที่เกี่ยวกับ AI โตเร็วที่สุดในปี 2025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2E7E1F89-1FD4-4DE4-9E58-FFE8E099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3243841A-80D3-47A8-B43B-A33BC8C5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แรนซัมแวร์ยังครองอันดับ: double-extortion (ขโมย+เข้ารหัส) เป็นมาตรฐาน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0A465D27-C1D4-44FF-BA96-3159E46F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FD7E7F74-2D17-4F6A-ABAB-29BEC50C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Zero-Trust Architecture เป็นกระแสหลัก: ~96% ขององค์กรสนับสนุน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B828894-51B2-4E22-9F08-9CDD954D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6924C4-F89F-466B-B32D-1AF2332F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12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620C10A-6AD9-4DE7-AA4E-67D18A2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600557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D401FAF-318D-4CAC-BE21-813991E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E81DD70E-D271-44EF-924E-B3AE229F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DC12D2C6-F39D-4791-AB69-34D7F669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(เทคนิคเข้ารหัสผ่าน/ความปลอดภัย)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541720B3-87AC-4BEF-8D9E-2BC6F432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0661339-6E9E-4C28-A88A-CE9FDBF9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BC8FEADE-6F01-42D0-B46B-0AA92A9E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2DD27CB9-9F12-45A9-9535-0792CBD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26AEC5C-259E-491A-A546-C5EF5F2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FCE749A-B580-4FE1-83C6-BE96F3E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12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12446B-D616-4C59-A0C3-B47521F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301011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2026-06-30T03:51:38.8810000Z</dcterms:created>
  <dcterms:modified xsi:type="dcterms:W3CDTF">2026-06-30T03:51:38.8810000Z</dcterms:modified>
</coreProperties>
</file>