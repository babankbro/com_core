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6eeccbf7541b9" /><Relationship Type="http://schemas.openxmlformats.org/officeDocument/2006/relationships/extended-properties" Target="/docProps/app.xml" Id="Rbb5b9699742544d9" /><Relationship Type="http://schemas.openxmlformats.org/officeDocument/2006/relationships/officeDocument" Target="/ppt/presentation.xml" Id="R414023b7f2004e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032d6e6efb4a2e"/>
  </p:sldMasterIdLst>
  <p:notesMasterIdLst>
    <p:notesMasterId xmlns:r="http://schemas.openxmlformats.org/officeDocument/2006/relationships" r:id="R6a7b484968224173"/>
  </p:notesMasterIdLst>
  <p:sldIdLst>
    <p:sldId xmlns:r="http://schemas.openxmlformats.org/officeDocument/2006/relationships" id="256" r:id="R7a4cf3ed824b47ce"/>
    <p:sldId xmlns:r="http://schemas.openxmlformats.org/officeDocument/2006/relationships" id="257" r:id="R73121a906f2343f1"/>
    <p:sldId xmlns:r="http://schemas.openxmlformats.org/officeDocument/2006/relationships" id="258" r:id="R1b8de1281e0746a8"/>
    <p:sldId xmlns:r="http://schemas.openxmlformats.org/officeDocument/2006/relationships" id="259" r:id="R985a4af7c5f74df2"/>
    <p:sldId xmlns:r="http://schemas.openxmlformats.org/officeDocument/2006/relationships" id="260" r:id="Ra8aed6aed7f14b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e158f84b34307" /><Relationship Type="http://schemas.openxmlformats.org/officeDocument/2006/relationships/slideMaster" Target="/ppt/slideMasters/slideMaster1.xml" Id="R65032d6e6efb4a2e" /><Relationship Type="http://schemas.openxmlformats.org/officeDocument/2006/relationships/notesMaster" Target="/ppt/notesMasters/notesMaster1.xml" Id="R6a7b484968224173" /><Relationship Type="http://schemas.openxmlformats.org/officeDocument/2006/relationships/presProps" Target="/ppt/presProps.xml" Id="R73f98c956f8b41d8" /><Relationship Type="http://schemas.openxmlformats.org/officeDocument/2006/relationships/tableStyles" Target="/ppt/tableStyles.xml" Id="R182d233e7383455b" /><Relationship Type="http://schemas.openxmlformats.org/officeDocument/2006/relationships/slide" Target="/ppt/slides/slide1.xml" Id="R7a4cf3ed824b47ce" /><Relationship Type="http://schemas.openxmlformats.org/officeDocument/2006/relationships/slide" Target="/ppt/slides/slide2.xml" Id="R73121a906f2343f1" /><Relationship Type="http://schemas.openxmlformats.org/officeDocument/2006/relationships/slide" Target="/ppt/slides/slide3.xml" Id="R1b8de1281e0746a8" /><Relationship Type="http://schemas.openxmlformats.org/officeDocument/2006/relationships/slide" Target="/ppt/slides/slide4.xml" Id="R985a4af7c5f74df2" /><Relationship Type="http://schemas.openxmlformats.org/officeDocument/2006/relationships/slide" Target="/ppt/slides/slide5.xml" Id="Ra8aed6aed7f1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bce5fe13a4d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fe1a51f534e51" /><Relationship Type="http://schemas.openxmlformats.org/officeDocument/2006/relationships/notesMaster" Target="/ppt/notesMasters/notesMaster1.xml" Id="R6a736fdaef0a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0df418fdd24056" /><Relationship Type="http://schemas.openxmlformats.org/officeDocument/2006/relationships/notesMaster" Target="/ppt/notesMasters/notesMaster1.xml" Id="R1159146a10e8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c9f5a42c6444d" /><Relationship Type="http://schemas.openxmlformats.org/officeDocument/2006/relationships/notesMaster" Target="/ppt/notesMasters/notesMaster1.xml" Id="Ree3e68c2ebb947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4b3b737f84b4a" /><Relationship Type="http://schemas.openxmlformats.org/officeDocument/2006/relationships/notesMaster" Target="/ppt/notesMasters/notesMaster1.xml" Id="Rb7fbc34f4d214a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7565d7bdab45af" /><Relationship Type="http://schemas.openxmlformats.org/officeDocument/2006/relationships/notesMaster" Target="/ppt/notesMasters/notesMaster1.xml" Id="Rf54dce5ce8e2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18d8dcd18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752a6bc4cb4739" /><Relationship Type="http://schemas.openxmlformats.org/officeDocument/2006/relationships/slideLayout" Target="/ppt/slideLayouts/slideLayout1.xml" Id="R6fb8135532f0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8135532f0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d27e39ef14f36" /><Relationship Type="http://schemas.openxmlformats.org/officeDocument/2006/relationships/notesSlide" Target="/ppt/notesSlides/notesSlide1.xml" Id="Ra1b31e439196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2047e88c43f5" /><Relationship Type="http://schemas.openxmlformats.org/officeDocument/2006/relationships/notesSlide" Target="/ppt/notesSlides/notesSlide2.xml" Id="R25add4b83fc94e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19fb38644832" /><Relationship Type="http://schemas.openxmlformats.org/officeDocument/2006/relationships/notesSlide" Target="/ppt/notesSlides/notesSlide3.xml" Id="Rd97575535331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d8bd6c60f4dab" /><Relationship Type="http://schemas.openxmlformats.org/officeDocument/2006/relationships/notesSlide" Target="/ppt/notesSlides/notesSlide4.xml" Id="R972b5dd0ee29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2a6caa82e4e1e" /><Relationship Type="http://schemas.openxmlformats.org/officeDocument/2006/relationships/notesSlide" Target="/ppt/notesSlides/notesSlide5.xml" Id="R95f804ed2bb743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59C548F-6171-4BBA-8CBD-77B5AC0D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2ED8CD-2C43-4E93-A9C1-0BB676CA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ฮาร์ดแวร์ ซอฟต์แวร์ และระบบนิเวศสมัยใหม่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54C86F64-8A80-40E5-8B2D-B69AF930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CFCE3192-3FA7-49E2-9301-DEE2146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9D0C87C2-685F-4515-A8DE-D05DF9C6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ADC6B15-D8E5-43A0-8128-8981E73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คอมพิวเตอร์ทำงานเป็น ชั้น (layers): ฮาร์ดแวร์ ↔ เฟิร์มแวร์/ระบบปฏิบัติการ ↔ ซอฟต์แวร์ประยุกต์ สัปดาห์นี้ยังเน้นแนวโน้มสำคัญคือ Edge Computing และ Green Computing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E28D19C-E995-4681-9163-D69860F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4965B5-89BF-4BCC-8C7D-495598F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02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D0CD22E-69E3-4FC6-BD8A-DA90877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789531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8606CB3-F1AF-4C9E-8956-33D530F0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5D8A5C-7D6C-4237-B1B9-72E64AA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7D357F05-912E-4C54-91ED-E40C61B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AC7849A8-B12A-4888-B4B1-311FA3F4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ผู้เรียนเข้าใจความสัมพันธ์และการทำงานร่วมกันระหว่างฮาร์ดแวร์และซอฟต์แวร์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29FC4ECA-BEDC-4358-BB9A-6DC0A459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D0081D7-A9E0-4648-BA88-75221DE7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ผู้เรียนรู้จักสถาปัตยกรรม Edge Computing และความสำคัญต่อระบบปัจจุบัน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7071A6D1-8E8A-483E-AEF1-D77FE88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C11DE10C-31F7-4D81-B512-FD0D66B7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ผู้เรียนเข้าใจแนวคิด Green Computing และการประหยัดพลังงานในระบบคอมพิวเตอร์ — CLO1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9673EA-9C2B-4C8A-911D-9D7760F6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A300BD-499D-489F-AE70-B3E15A6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02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DA1C4EF-BC6C-482D-84F8-A182DFF2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91018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F563C64-4531-473E-A0BF-7F63971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066E1772-37D8-4FE0-8B39-537A5AA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CE997F1D-D2F6-4BEA-9115-9C2D038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F6076655-4C0C-4E3C-B346-5951015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56F19B42-F424-47CB-BD55-EE1DFA3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วิวัฒนาการของ Hardware และ Software Ecosystems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21D7B537-9899-4E77-BFEC-D897590E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01F4871-C904-4056-9517-33D59113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 Edge Computing และความแตกต่างจาก Cloud…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68E126D7-B3C7-4629-9BF1-65333B5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1851A95E-C5B9-46BF-9F4A-D9B8FBB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Green Computing: การออกแบบเพื่อความยั่งยืนและประหยั…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86EB621E-6E39-4DA6-976B-AEF6C4AD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DF87B9F6-C9F5-4D41-9A64-565EB788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B6E89044-7A86-42EE-BF2D-0C51389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46DA4C07-DFAA-4199-86BF-39A780E2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องค์ประกอบฮาร์ดแวร์: หน่วยประมวลผล (CPU/GPU/NPU — ด…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3580F214-8B32-494C-8C8F-3F1542B5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67D83ACF-4D9A-422D-B1F8-E49D23AC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ลำดับชั้นหน่วยความจำ (memory hierarchy): register →…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0B443CE-7DD4-4782-952B-DE9A4724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84A15F98-F85E-46A1-826E-9CAC3DE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ประเภทซอฟต์แวร์: ระบบ (OS, drivers, utilities) vs ป…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FCB3A3E0-E45E-4FFF-ABEC-CE930DE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30EE2BAC-45B7-4702-B250-4FD4594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A591F6AF-2894-4EB8-9B93-646889F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62DEB9CD-BAAE-4E3E-BACB-498A5BE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Edge Computing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D54B132C-58F5-431F-AB82-80755AF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0E3D5F74-DFD2-4799-B60F-E39784BA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ดูธีม Green Computing และความยั่งยืน, Edge Computin…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D22544-C454-4DA8-B4F9-8AF8B76C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912EDC-7CD4-45DF-80C4-B000BEC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02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027412-C62A-4B20-BD91-6A6EC4A5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8326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C180C09-90F7-421E-9EC1-9C46969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417E6CEF-4BF9-4301-AAF1-190E9830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D275B6E5-FF14-4AD6-A2C9-7462FD16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18B441F9-409D-40C0-9D15-20A815B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00CF082F-9EBD-436C-82A4-606DE6E8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250465D6-64F0-4CC1-A30D-5D8038E9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องค์ประกอบฮาร์ดแวร์: หน่วยประมวลผล (CPU/GPU/NPU — ดู Week 03 - Digital Logic &amp; Modern Processors), หน่วยความจ…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9AA809E8-EA96-482F-85FF-67E19BA4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1E1BEAA1-AD2A-47B0-94CD-637EF32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ลำดับชั้นหน่วยความจำ (memory hierarchy): register → cache → RAM → storage (เร็ว–แพง–เล็ก → ช้า–ถูก–ใหญ่)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BCF1CDC6-6ACD-4FF4-9CB9-87A438F6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E5CED2A-8C85-4F28-9770-5C751C3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ประเภทซอฟต์แวร์: ระบบ (OS, drivers, utilities) vs ประยุกต์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87B1CDD7-F893-4F3D-839F-6374C8D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016547C0-5D48-47B9-9C35-E4D186B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243719CA-9F4A-4E2A-A001-BCBBE9C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Heterogeneous computing: ชิปรวม CPU+GPU+NPU บนแพ็กเกจเดียวเพื่อรองรับ on-device AI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1A3939DB-99BD-4FDA-9C92-746D87D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D7DE53C0-94EF-4F37-B717-4501A7D7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คอนเทนเนอร์/เวอร์ชวลไลเซชัน: ซอฟต์แวร์ deploy ผ่าน container (Docker) และคลาวด์ (เชื่อม Week 07 - D…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5E77E734-2E43-494C-A141-FDFA1B3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2492F622-EC15-4927-9B86-C312C1CD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Green IT: ประสิทธิภาพพลังงานกลายเป็นข้อกำหนดออกแบบ ไม่ใช่ทางเลือก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F67560-E4D1-471B-88B5-A8764C6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A78CED3-ABE1-4235-A701-BADD8034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02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723012-B887-4F33-B3DA-41A9729B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2090430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F3902F4-015D-4C6E-B455-FE7C9E9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F2D41571-3989-4919-A23A-553DCEF0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CCC46675-7BD1-4709-BB88-E5CC045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(ตรวจสอบสเปกฮาร์ดแวร์)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54D24F26-CCC0-42BD-8266-DA1B597D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6B30DA1-E514-48C4-A320-B6EEA861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609546FC-920F-4554-B317-542E6895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A99D4DBC-8171-48BD-BBE9-00D76DD8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11912F-937C-4850-B7CF-355C8D62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A38364-8FA2-4C39-ABC6-1B3F86F3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02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3FF4BD-1F5D-4473-A3D3-F63A996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508506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2026-06-30T03:51:30.9500000Z</dcterms:created>
  <dcterms:modified xsi:type="dcterms:W3CDTF">2026-06-30T03:51:30.9500000Z</dcterms:modified>
</coreProperties>
</file>