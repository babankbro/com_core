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2c2a2e0c73481b" /><Relationship Type="http://schemas.openxmlformats.org/officeDocument/2006/relationships/extended-properties" Target="/docProps/app.xml" Id="R35a87f1690524306" /><Relationship Type="http://schemas.openxmlformats.org/officeDocument/2006/relationships/officeDocument" Target="/ppt/presentation.xml" Id="R01779753dc3a40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83f888920548f4"/>
  </p:sldMasterIdLst>
  <p:notesMasterIdLst>
    <p:notesMasterId xmlns:r="http://schemas.openxmlformats.org/officeDocument/2006/relationships" r:id="R1024f1b0ae0d4b57"/>
  </p:notesMasterIdLst>
  <p:sldIdLst>
    <p:sldId xmlns:r="http://schemas.openxmlformats.org/officeDocument/2006/relationships" id="256" r:id="Ra94bed6fbe8046bf"/>
    <p:sldId xmlns:r="http://schemas.openxmlformats.org/officeDocument/2006/relationships" id="257" r:id="R0d1cec2ef9d64067"/>
    <p:sldId xmlns:r="http://schemas.openxmlformats.org/officeDocument/2006/relationships" id="258" r:id="Rc3a6f886d2734be5"/>
    <p:sldId xmlns:r="http://schemas.openxmlformats.org/officeDocument/2006/relationships" id="259" r:id="R927917f1b494460a"/>
    <p:sldId xmlns:r="http://schemas.openxmlformats.org/officeDocument/2006/relationships" id="260" r:id="Rf441757f84f842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96caa8c33c4f2c" /><Relationship Type="http://schemas.openxmlformats.org/officeDocument/2006/relationships/slideMaster" Target="/ppt/slideMasters/slideMaster1.xml" Id="R0d83f888920548f4" /><Relationship Type="http://schemas.openxmlformats.org/officeDocument/2006/relationships/notesMaster" Target="/ppt/notesMasters/notesMaster1.xml" Id="R1024f1b0ae0d4b57" /><Relationship Type="http://schemas.openxmlformats.org/officeDocument/2006/relationships/presProps" Target="/ppt/presProps.xml" Id="Rca266e3205c44b4b" /><Relationship Type="http://schemas.openxmlformats.org/officeDocument/2006/relationships/tableStyles" Target="/ppt/tableStyles.xml" Id="R0af7a09f4a8948e3" /><Relationship Type="http://schemas.openxmlformats.org/officeDocument/2006/relationships/slide" Target="/ppt/slides/slide1.xml" Id="Ra94bed6fbe8046bf" /><Relationship Type="http://schemas.openxmlformats.org/officeDocument/2006/relationships/slide" Target="/ppt/slides/slide2.xml" Id="R0d1cec2ef9d64067" /><Relationship Type="http://schemas.openxmlformats.org/officeDocument/2006/relationships/slide" Target="/ppt/slides/slide3.xml" Id="Rc3a6f886d2734be5" /><Relationship Type="http://schemas.openxmlformats.org/officeDocument/2006/relationships/slide" Target="/ppt/slides/slide4.xml" Id="R927917f1b494460a" /><Relationship Type="http://schemas.openxmlformats.org/officeDocument/2006/relationships/slide" Target="/ppt/slides/slide5.xml" Id="Rf441757f84f842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6206d3c70f4a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d047cf42124716" /><Relationship Type="http://schemas.openxmlformats.org/officeDocument/2006/relationships/notesMaster" Target="/ppt/notesMasters/notesMaster1.xml" Id="R926c311b945d48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6162bdf0d44440" /><Relationship Type="http://schemas.openxmlformats.org/officeDocument/2006/relationships/notesMaster" Target="/ppt/notesMasters/notesMaster1.xml" Id="R6274251d4a044d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6899b2108d4f7b" /><Relationship Type="http://schemas.openxmlformats.org/officeDocument/2006/relationships/notesMaster" Target="/ppt/notesMasters/notesMaster1.xml" Id="Re9353a3fb19740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d113124e434ead" /><Relationship Type="http://schemas.openxmlformats.org/officeDocument/2006/relationships/notesMaster" Target="/ppt/notesMasters/notesMaster1.xml" Id="R532b6f3c4b7f4c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b3cfa1dd824e45" /><Relationship Type="http://schemas.openxmlformats.org/officeDocument/2006/relationships/notesMaster" Target="/ppt/notesMasters/notesMaster1.xml" Id="R858d9279d82540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460dcefaa48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eb79f9f78042a7" /><Relationship Type="http://schemas.openxmlformats.org/officeDocument/2006/relationships/slideLayout" Target="/ppt/slideLayouts/slideLayout1.xml" Id="R6ab1bdfcb3d747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b1bdfcb3d747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48512d7124ea7" /><Relationship Type="http://schemas.openxmlformats.org/officeDocument/2006/relationships/notesSlide" Target="/ppt/notesSlides/notesSlide1.xml" Id="R94f8a3432cb24d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0f5528c8d49b3" /><Relationship Type="http://schemas.openxmlformats.org/officeDocument/2006/relationships/notesSlide" Target="/ppt/notesSlides/notesSlide2.xml" Id="R79fd4eb81ffe46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941f70a544163" /><Relationship Type="http://schemas.openxmlformats.org/officeDocument/2006/relationships/notesSlide" Target="/ppt/notesSlides/notesSlide3.xml" Id="Rffa424b1735748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ba385c16841cc" /><Relationship Type="http://schemas.openxmlformats.org/officeDocument/2006/relationships/notesSlide" Target="/ppt/notesSlides/notesSlide4.xml" Id="R9e40c83694d64b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0cebc578f4941" /><Relationship Type="http://schemas.openxmlformats.org/officeDocument/2006/relationships/notesSlide" Target="/ppt/notesSlides/notesSlide5.xml" Id="R10d861b6a3e041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D0B059F-D480-480D-9D9B-577C9ABB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11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F5192B-A39C-458A-B82E-11B03CC4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ระบบฝังตัวและอินเทอร์เน็ตของสรรพสิ่ง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128FD631-BC43-4C1A-A32C-612CC8AA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EDB90FC7-0C6E-42F8-A1C8-FC3F3EB8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B827CA12-2560-4042-BC56-801886A1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A5DA011-05B2-4350-8AEF-A418BD88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ระบบฝังตัวคือคอมพิวเตอร์เฉพาะงานที่ฝังในอุปกรณ์ ทำงานเรียลไทม์ ใช้ทรัพยากร/พลังงานจำกัด เป็นรากฐานของ IoT และปัจจุบันรวมเข้ากับ AI ที่ขอบเครือข่าย (TinyML และ Edge AI)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5E3165B-BC61-4D07-B5BB-496C88B3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4CE3CB9-1742-48EF-9E2F-2CC8AF09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11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4BD1EB-D974-4E7C-9E07-03EB5884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856534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D2097D5-5A7D-4B3A-817C-79DF57BA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371BD5-9C5F-4106-80C4-796D6170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2A0E3D98-8A0C-478C-938D-6F07829C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4D80DA2B-0EF1-409D-8C15-FCC64E3F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ผู้เรียนออกแบบ/พัฒนาโปรแกรมสำหรับระบบฝังตัวขั้นพื้นฐานได้ — CLO2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61842361-C70D-4837-9DB2-B166AD03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71BA92BC-2497-40C9-934E-89B53030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ผู้เรียนเข้าใจสถาปัตยกรรมเครือข่าย IoT — CLO2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D34DC07B-A080-496E-B1BA-979229EF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946E28C5-DDF4-452C-B853-8C73CE13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ผู้เรียนประยุกต์ใช้เซนเซอร์ร่วมกับ IoT Platform ได้ — CLO4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99C872C-6C62-49D8-979F-8361243D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50A94CB-22B2-4EDB-B49C-D07CA3FB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11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85698A7-881F-417F-A1BA-7DF6EA49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276797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19A90175-A23F-44E6-B802-BEF8169F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AD5F81C1-8D53-4383-9574-620822F3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8DDE7DC1-D567-4029-8A28-9C07A793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7D9C2F28-F18C-4523-9D55-DF3E5794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F224DF6E-121C-44C8-9C29-472E91B9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สถาปัตยกรรมและการเขียนโปรแกรมไมโครคอนโทรลเลอร์ (MCU)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0783A5EA-EF12-4E31-8771-75BFA5C6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EE1C120A-88B8-4F9B-8310-1EB60E57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โครงสร้าง IoT (Sensors → Edge processing → Cloud ba…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27F44BB7-B817-40AC-9FA8-18DCD47E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8CEC4129-9227-47C1-BD8E-6871961B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โปรโตคอล IoT (MQTT, CoAP, Zigbee)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30E7E9C3-07E4-484A-BF9B-BA05F9EC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E3C773EC-81CE-4A91-B018-10CC46FD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897881BB-E162-4FA8-9C1A-5EB586EB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49F45A90-0988-42E8-9F8E-4E36B6A9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MCU: CPU + หน่วยความจำ + I/O บนชิปเดียว (ESP32, Ard…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F2B2C570-EF49-4EDC-880B-B957A7F0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A7AEDCE2-DC55-4935-9DDB-9F0117B7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คุณลักษณะ: เรียลไทม์, ข้อจำกัดพลังงาน/หน่วยความจำ,…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7BB43321-1925-4CE2-8555-38BE490E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EDA8D4EF-8126-42BC-962D-699F8678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I/O: เซนเซอร์ (อุณหภูมิ/แสง/การเคลื่อนไหว) และแอกชู…</a:t>
            </a:r>
          </a:p>
        </p:txBody>
      </p:sp>
      <p:sp>
        <p:nvSpPr>
          <p:cNvPr id="18" name="panel-2">
            <a:extLst xmlns:a="http://schemas.openxmlformats.org/drawingml/2006/main">
              <a:ext uri="{FF2B5EF4-FFF2-40B4-BE49-F238E27FC236}">
                <a16:creationId xmlns:a16="http://schemas.microsoft.com/office/drawing/2014/main" id="{B0CF1DE7-7EF9-48AB-ACFD-3576703E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24BA05C3-CD5F-4F90-90DB-9AACCDB5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8A70F696-0C86-43FE-9FB1-18829772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E9855D61-F91B-4A87-ACAB-80B81896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TinyML และ Edge AI</a:t>
            </a:r>
          </a:p>
        </p:txBody>
      </p:sp>
      <p:sp>
        <p:nvSpPr>
          <p:cNvPr id="22" name="dot-1">
            <a:extLst xmlns:a="http://schemas.openxmlformats.org/drawingml/2006/main">
              <a:ext uri="{FF2B5EF4-FFF2-40B4-BE49-F238E27FC236}">
                <a16:creationId xmlns:a16="http://schemas.microsoft.com/office/drawing/2014/main" id="{F94ED4D7-5128-40DA-BAFC-D6DC57ED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C5498B88-0417-4B16-B4FC-7791E245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RISC-V</a:t>
            </a:r>
          </a:p>
        </p:txBody>
      </p:sp>
      <p:sp>
        <p:nvSpPr>
          <p:cNvPr id="24" name="dot-2">
            <a:extLst xmlns:a="http://schemas.openxmlformats.org/drawingml/2006/main">
              <a:ext uri="{FF2B5EF4-FFF2-40B4-BE49-F238E27FC236}">
                <a16:creationId xmlns:a16="http://schemas.microsoft.com/office/drawing/2014/main" id="{3A794498-CBE6-4657-B9E5-5F8A3816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5AD64C65-859A-4870-973E-30FE79A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Edge Computing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1BAFE1A-05D4-482D-AB45-7883FE1C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9526D78-BEAB-42DA-BA9F-B27EDAF1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11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985FAB5-CD83-466D-A25C-54749148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1314933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D2D1AF5-95A4-4938-A0E4-3412E640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D40773DF-62AE-4A71-BF17-1556DE65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DBFA6A0C-3A94-441D-8FBE-FE93DF43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773E5BDF-3FBB-4226-BE75-B5F333D0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616EA3DD-2D56-4467-B0E5-E32CD904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FC3C9ECA-C558-4716-B6DD-7A9A5963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MCU: CPU + หน่วยความจำ + I/O บนชิปเดียว (ESP32, Arduino/AVR, STM32)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19843D0A-4E47-43E0-9FCB-A5957AF6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06299D04-EACE-461C-9636-114E00F7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คุณลักษณะ: เรียลไทม์, ข้อจำกัดพลังงาน/หน่วยความจำ, ความน่าเชื่อถือสูง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EE890674-18B8-4B40-BAD2-BCF3D34F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071F138A-052B-4FF2-9F04-450D483E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I/O: เซนเซอร์ (อุณหภูมิ/แสง/การเคลื่อนไหว) และแอกชูเอเตอร์ (มอเตอร์/รีเลย์)</a:t>
            </a:r>
          </a:p>
        </p:txBody>
      </p:sp>
      <p:sp>
        <p:nvSpPr>
          <p:cNvPr id="11" name="right-head">
            <a:extLst xmlns:a="http://schemas.openxmlformats.org/drawingml/2006/main">
              <a:ext uri="{FF2B5EF4-FFF2-40B4-BE49-F238E27FC236}">
                <a16:creationId xmlns:a16="http://schemas.microsoft.com/office/drawing/2014/main" id="{F5357BEF-E11E-4846-9CCB-9CEE078E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FFA94311-637F-4772-B535-D56EC29A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18F35CB4-8A41-4B78-8EBA-38A4D190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Edge AI &amp; TinyML: MCU รันโมเดล ML แบบเบาในเครื่อง ~70% ของงาน AI จะประมวลผลบนอุปกรณ์ขอบ; โมเดล Mobi…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52D0D458-13EF-4084-BF16-334D0578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5C100F0D-EE3B-4F57-8468-FC581FCB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RISC-V มาแรง: คาดมีคอร์ในตลาด &gt;2 หมื่นล้านคอร์ ปี 2025 เช่น ESP32‑C6 (RISC‑V + Wi‑Fi 6)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5F328514-A044-4801-8380-7397D2D9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1B44AC5F-BB76-4C91-BB8E-2CCFDD99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ตลาดโต: ชิป Edge AI ~7 พันล้านดอลลาร์ (2025) → ~57 พันล้าน (2030); ระบบฝังตัวรวม ~103 พันล้าน (2024…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A5FB9B-6C65-4AA5-B2DB-1F700BBB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1188122-B881-40CC-A552-EB5F8BBF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11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97AECA6-8420-4232-AD6D-B661DD46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1516050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AACC6FE3-70FC-4AF7-9080-037D8B26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D3256F37-D168-47B1-9168-B211FBD6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654CBF32-918B-49E5-A212-1257F659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(การส่งข้อมูลผ่าน MQTT)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BD4920C5-52D5-47D7-98A2-A62145BA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35E326F-AF3B-424E-A1EB-4DE1DFE9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15ED3F23-B0E2-4C59-BAFA-A56E3CF5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3BB4035C-CD43-4950-BB32-877A4AA7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32B03B9-6B5A-4C28-B37C-D63C4FBA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0871315-09AB-4315-A246-1DC25817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11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E531DAA-4306-4FCF-B616-DF91DFC7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1891788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2026-06-30T03:51:38.1700000Z</dcterms:created>
  <dcterms:modified xsi:type="dcterms:W3CDTF">2026-06-30T03:51:38.1700000Z</dcterms:modified>
</coreProperties>
</file>