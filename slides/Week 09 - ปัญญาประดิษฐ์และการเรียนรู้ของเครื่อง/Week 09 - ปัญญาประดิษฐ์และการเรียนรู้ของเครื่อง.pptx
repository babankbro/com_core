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5daaf2018b4fea" /><Relationship Type="http://schemas.openxmlformats.org/officeDocument/2006/relationships/extended-properties" Target="/docProps/app.xml" Id="Raa652cefc48e42ed" /><Relationship Type="http://schemas.openxmlformats.org/officeDocument/2006/relationships/officeDocument" Target="/ppt/presentation.xml" Id="Re72c650af37a46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415351aa0547e1"/>
  </p:sldMasterIdLst>
  <p:notesMasterIdLst>
    <p:notesMasterId xmlns:r="http://schemas.openxmlformats.org/officeDocument/2006/relationships" r:id="R84d51e654de240ef"/>
  </p:notesMasterIdLst>
  <p:sldIdLst>
    <p:sldId xmlns:r="http://schemas.openxmlformats.org/officeDocument/2006/relationships" id="256" r:id="Rd000347ec18e4436"/>
    <p:sldId xmlns:r="http://schemas.openxmlformats.org/officeDocument/2006/relationships" id="257" r:id="R1cc49461e2274957"/>
    <p:sldId xmlns:r="http://schemas.openxmlformats.org/officeDocument/2006/relationships" id="258" r:id="Rb8278ac564ca454d"/>
    <p:sldId xmlns:r="http://schemas.openxmlformats.org/officeDocument/2006/relationships" id="259" r:id="R88928903542e4787"/>
    <p:sldId xmlns:r="http://schemas.openxmlformats.org/officeDocument/2006/relationships" id="260" r:id="Rb52c7158180c49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2c0aa436a64834" /><Relationship Type="http://schemas.openxmlformats.org/officeDocument/2006/relationships/slideMaster" Target="/ppt/slideMasters/slideMaster1.xml" Id="R9d415351aa0547e1" /><Relationship Type="http://schemas.openxmlformats.org/officeDocument/2006/relationships/notesMaster" Target="/ppt/notesMasters/notesMaster1.xml" Id="R84d51e654de240ef" /><Relationship Type="http://schemas.openxmlformats.org/officeDocument/2006/relationships/presProps" Target="/ppt/presProps.xml" Id="R081ef9b53a6f459b" /><Relationship Type="http://schemas.openxmlformats.org/officeDocument/2006/relationships/tableStyles" Target="/ppt/tableStyles.xml" Id="R1b80f636e84840f5" /><Relationship Type="http://schemas.openxmlformats.org/officeDocument/2006/relationships/slide" Target="/ppt/slides/slide1.xml" Id="Rd000347ec18e4436" /><Relationship Type="http://schemas.openxmlformats.org/officeDocument/2006/relationships/slide" Target="/ppt/slides/slide2.xml" Id="R1cc49461e2274957" /><Relationship Type="http://schemas.openxmlformats.org/officeDocument/2006/relationships/slide" Target="/ppt/slides/slide3.xml" Id="Rb8278ac564ca454d" /><Relationship Type="http://schemas.openxmlformats.org/officeDocument/2006/relationships/slide" Target="/ppt/slides/slide4.xml" Id="R88928903542e4787" /><Relationship Type="http://schemas.openxmlformats.org/officeDocument/2006/relationships/slide" Target="/ppt/slides/slide5.xml" Id="Rb52c7158180c49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0771f66091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75c9da1fb5437b" /><Relationship Type="http://schemas.openxmlformats.org/officeDocument/2006/relationships/notesMaster" Target="/ppt/notesMasters/notesMaster1.xml" Id="Rd77d821e98c643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493aacdd5c4939" /><Relationship Type="http://schemas.openxmlformats.org/officeDocument/2006/relationships/notesMaster" Target="/ppt/notesMasters/notesMaster1.xml" Id="R1a65865b20fb47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0a99e558d4b21" /><Relationship Type="http://schemas.openxmlformats.org/officeDocument/2006/relationships/notesMaster" Target="/ppt/notesMasters/notesMaster1.xml" Id="Rfca82f2fc7ae4b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68a2f96924b57" /><Relationship Type="http://schemas.openxmlformats.org/officeDocument/2006/relationships/notesMaster" Target="/ppt/notesMasters/notesMaster1.xml" Id="Rf695711e8a4c47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e64f4cf86c438d" /><Relationship Type="http://schemas.openxmlformats.org/officeDocument/2006/relationships/notesMaster" Target="/ppt/notesMasters/notesMaster1.xml" Id="R1f090303b85e4a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33700b4fe41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004be1513c4472" /><Relationship Type="http://schemas.openxmlformats.org/officeDocument/2006/relationships/slideLayout" Target="/ppt/slideLayouts/slideLayout1.xml" Id="R3024064f591e4d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24064f591e4d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896361a324da1" /><Relationship Type="http://schemas.openxmlformats.org/officeDocument/2006/relationships/notesSlide" Target="/ppt/notesSlides/notesSlide1.xml" Id="Ra50e487557a5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15e850bcf42e8" /><Relationship Type="http://schemas.openxmlformats.org/officeDocument/2006/relationships/notesSlide" Target="/ppt/notesSlides/notesSlide2.xml" Id="R1100b9fe3daa46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11b48be7249fa" /><Relationship Type="http://schemas.openxmlformats.org/officeDocument/2006/relationships/notesSlide" Target="/ppt/notesSlides/notesSlide3.xml" Id="R5760a08e00ae4a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0f9b69bbd4e05" /><Relationship Type="http://schemas.openxmlformats.org/officeDocument/2006/relationships/notesSlide" Target="/ppt/notesSlides/notesSlide4.xml" Id="Rfcf0f60941b94e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17fe09aba482c" /><Relationship Type="http://schemas.openxmlformats.org/officeDocument/2006/relationships/notesSlide" Target="/ppt/notesSlides/notesSlide5.xml" Id="R3ec793b2ed4d4a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A87921D-67DB-4D6A-87F0-31E308F5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09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91FF8C-BC11-4C8B-9225-C22B74AA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ปัญญาประดิษฐ์และการเรียนรู้ของเครื่อง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0EA21D73-F8B4-489E-A439-5820735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A7475FF2-8483-491F-BCFF-291A129C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25D3645F-9F80-46DB-B7D9-780A47B2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A1CE935-AB08-4C95-8816-FC23B07B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AI คือระบบที่ทำงานซึ่งปกติต้องใช้ปัญญามนุษย์ หัวใจปัจจุบันคือ Machine Learning (ML) — เรียนรู้รูปแบบจากข้อมูล โดยเฉพาะ Deep Learning สัปดาห์นี้ปูพื้นก่อนเข้าสู่ Generative AI ในสัปดาห์ถัดไป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73C0C0-DD86-4FBE-9093-6893602E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EC6FA98-E1EA-4A34-849D-D77BBBC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09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21A7C6-5A71-4E12-93E3-072974C4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963184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8CB5C1C-65C9-429D-B68E-D5E32638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9B2EA4-B97F-450C-984E-2F22B550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4E52F84F-1AA8-4B40-9030-BF41AB89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63FDCCE8-E12D-416A-AF17-6F425267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ผู้เรียนอธิบายแนวคิดพื้นฐานของ AI และ Machine Learning ได้ — CLO1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E6175079-6AA6-4EFE-8A6A-EFF78A89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9CB43402-06C1-4947-920E-A76B62AE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ผู้เรียนรู้จักขั้นตอนการสร้างและฝึกสอนโมเดล (Model Training) — CLO1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F8E5D671-4217-4AF9-8BFE-9CB0B9DF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3404C51F-AC10-4058-BF7E-6330083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ผู้เรียนเข้าใจแนวคิด MLOps และความสำคัญในการนำโมเดลไปใช้งานจริง — CLO1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590EC83-D79D-464F-B139-2D1BCEE1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279A853-9458-4805-9FCD-537FE578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09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DD2001E-0198-47D8-9FC8-37EA0012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466929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35E440C-0BD5-44E4-9C9D-E010BCBD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B91B90C1-2EC5-4828-9ED6-D5126357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E58AEF0A-AD2C-4F5A-B729-7B8B5C24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D53DFFAC-7601-4F7A-9BFE-EC5137C3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36E49055-7AD3-462C-B5E4-CC881AEF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พื้นฐาน AI และ ML (Supervised, Unsupervised, Reinfo…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3C0FA3E6-C718-4273-8C08-D4BEA260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6B375942-5528-4ED6-AA76-3D153031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Deep Learning และโครงข่ายประสาทเทียม (Neural Networ…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3B55B548-F643-4658-A32D-342E5FBA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CFEE03C1-44E1-455D-9C9A-EEFA6AB5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MLOps: พัฒนา → ทดสอบ → จัดเก็บ → นำขึ้นระบบจริง (De…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6CE3522C-1DA8-407E-8A1D-A0F2C185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396EB73B-7E29-4229-B892-6BDC7B89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FBBF6892-5D7D-4CC6-82B1-EA45D549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A1B91DE1-F989-4720-AC68-EE3F8A1D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ระดับของ AI: narrow AI (เฉพาะงาน) vs general AI (สม…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FCB84B29-646C-4CC3-B288-13CCE13D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781EDE73-BC73-4416-B1B2-DE5D648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สาขา ML: supervised, unsupervised, reinforcement le…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4E4FC70C-10DB-4F7B-9DD8-22380DE9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EF9AE5FB-EEDD-483D-BAFA-79A8369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Deep Learning: neural networks, การฝึกด้วยข้อมูลปริ…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944DDDCA-E72F-4D94-AE4A-E30FB3BB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5F44C66C-2028-4CED-8DC9-0AC24B31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59BC69D4-EEB1-40F5-9C7D-C941E306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58DBFB6D-7ADF-4D8E-867B-B4CD6F8A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MLOps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BE423A26-C368-4D22-8A31-B57579AB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F6FDC3BD-2FAD-4C9A-BC5B-0B428F6B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RAG และ LLM</a:t>
            </a:r>
          </a:p>
        </p:txBody>
      </p:sp>
      <p:sp>
        <p:nvSpPr>
          <p:cNvPr id="24" name="dot-2">
            <a:extLst xmlns:a="http://schemas.openxmlformats.org/drawingml/2006/main">
              <a:ext uri="{FF2B5EF4-FFF2-40B4-BE49-F238E27FC236}">
                <a16:creationId xmlns:a16="http://schemas.microsoft.com/office/drawing/2014/main" id="{E9BA8E1F-2D86-4E31-B531-9E6E3CE0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E2CEF508-F9C8-4CF7-9787-F69D2F93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Agentic AI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FB9EB8A-5F96-405D-8056-519D7D25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AB5650-AB73-4268-916A-4DB4E235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09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11EC9D9-8282-40D5-A7F7-0ECD6F5B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76674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1A93269-F5F6-4919-927F-7E5DACFD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7275E6A1-91A1-4928-B46D-349FAB2E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1994BBB5-CCA6-4CFB-9109-D617E2A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3C0CF217-0A16-4490-9519-360DC63C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1923C615-7BB8-4E59-A0A3-64B5327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BF8AFB61-85AB-4E32-A199-1EA7033C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ระดับของ AI: narrow AI (เฉพาะงาน) vs general AI (สมมุติฐาน)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B3160A25-761B-4B16-9891-280BD5DF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633B6E28-80BA-4709-96FA-46B2F27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สาขา ML: supervised, unsupervised, reinforcement learning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14A73279-4F9F-4EAE-ADB3-BE28DD7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763B3B16-4E99-4CDA-B3B2-290B9DAD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Deep Learning: neural networks, การฝึกด้วยข้อมูลปริมาณมาก ใช้ GPU/NPU (เชื่อม Week 03 - Digital Logic &amp; Moder…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EDFB3EA1-45DD-4AB4-92CF-9DB7E7ED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BD7D49A7-9C48-434E-B959-5650B45E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94565979-DE2E-404C-BEA2-574B3485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โมเดลเฉพาะทาง (domain-specific foundation models) + on-device AI มาแทนโมเดลยักษ์อเนกประสงค์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120749E0-8B8A-45D1-AF9C-C38DC13F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E9F0BA0C-5381-4B97-BDDA-7937AEBB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AI-ready data และ MLOps เป็นปัจจัยชี้ขาดความสำเร็จของการนำ AI ไปใช้จริง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F1BA0A-EBF6-4B1C-AC4E-C3FC394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5ABCA7E-226D-4436-992A-85F6DF6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09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E61C086-1557-4812-AD2B-BF2A3A09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927518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4C4D4A6-4E15-4E58-9546-5C896F54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EF5D900E-0D8F-43BE-9448-875251DB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22E69A7F-DDCD-4D4D-A960-E245B8E1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(ทดลองรัน ML Model ง่ายๆ)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07D3A40E-8072-4285-9518-304DF176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4D78189C-2D16-473F-8E2C-FA071C4C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B3C0980F-287B-4C54-88DE-E260517F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BA254477-2F44-4A0E-BB0E-113171EC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0EB4E1-943E-4324-A6F6-D57B2322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68CF505-1512-4030-BEFD-E76BEBA3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09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A051F0-1E9D-4FC2-99B4-C84164D6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884945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2026-06-30T03:51:36.6750000Z</dcterms:created>
  <dcterms:modified xsi:type="dcterms:W3CDTF">2026-06-30T03:51:36.6750000Z</dcterms:modified>
</coreProperties>
</file>