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3089dd31ab45bc" /><Relationship Type="http://schemas.openxmlformats.org/officeDocument/2006/relationships/extended-properties" Target="/docProps/app.xml" Id="R7f46364c053f4965" /><Relationship Type="http://schemas.openxmlformats.org/officeDocument/2006/relationships/officeDocument" Target="/ppt/presentation.xml" Id="Rdcacc538e0fd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661a69bcd4f6e"/>
  </p:sldMasterIdLst>
  <p:notesMasterIdLst>
    <p:notesMasterId xmlns:r="http://schemas.openxmlformats.org/officeDocument/2006/relationships" r:id="R79a333f128274830"/>
  </p:notesMasterIdLst>
  <p:sldIdLst>
    <p:sldId xmlns:r="http://schemas.openxmlformats.org/officeDocument/2006/relationships" id="256" r:id="Red2b76cab26b4644"/>
    <p:sldId xmlns:r="http://schemas.openxmlformats.org/officeDocument/2006/relationships" id="257" r:id="Rbe60867238844659"/>
    <p:sldId xmlns:r="http://schemas.openxmlformats.org/officeDocument/2006/relationships" id="258" r:id="R6ac37bbf11ba4e1d"/>
    <p:sldId xmlns:r="http://schemas.openxmlformats.org/officeDocument/2006/relationships" id="259" r:id="R70818663c8414224"/>
    <p:sldId xmlns:r="http://schemas.openxmlformats.org/officeDocument/2006/relationships" id="260" r:id="Rc9a439ba46544e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70fa62b704bcd" /><Relationship Type="http://schemas.openxmlformats.org/officeDocument/2006/relationships/slideMaster" Target="/ppt/slideMasters/slideMaster1.xml" Id="R599661a69bcd4f6e" /><Relationship Type="http://schemas.openxmlformats.org/officeDocument/2006/relationships/notesMaster" Target="/ppt/notesMasters/notesMaster1.xml" Id="R79a333f128274830" /><Relationship Type="http://schemas.openxmlformats.org/officeDocument/2006/relationships/presProps" Target="/ppt/presProps.xml" Id="Re23cd79dbe374399" /><Relationship Type="http://schemas.openxmlformats.org/officeDocument/2006/relationships/tableStyles" Target="/ppt/tableStyles.xml" Id="R08f0005d6db34eed" /><Relationship Type="http://schemas.openxmlformats.org/officeDocument/2006/relationships/slide" Target="/ppt/slides/slide1.xml" Id="Red2b76cab26b4644" /><Relationship Type="http://schemas.openxmlformats.org/officeDocument/2006/relationships/slide" Target="/ppt/slides/slide2.xml" Id="Rbe60867238844659" /><Relationship Type="http://schemas.openxmlformats.org/officeDocument/2006/relationships/slide" Target="/ppt/slides/slide3.xml" Id="R6ac37bbf11ba4e1d" /><Relationship Type="http://schemas.openxmlformats.org/officeDocument/2006/relationships/slide" Target="/ppt/slides/slide4.xml" Id="R70818663c8414224" /><Relationship Type="http://schemas.openxmlformats.org/officeDocument/2006/relationships/slide" Target="/ppt/slides/slide5.xml" Id="Rc9a439ba4654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d3e94f7fd841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1f318c457047f7" /><Relationship Type="http://schemas.openxmlformats.org/officeDocument/2006/relationships/notesMaster" Target="/ppt/notesMasters/notesMaster1.xml" Id="Re743a6bfd5b14d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b8e62362f04b40" /><Relationship Type="http://schemas.openxmlformats.org/officeDocument/2006/relationships/notesMaster" Target="/ppt/notesMasters/notesMaster1.xml" Id="R590e413b58da4a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6a1fb06bed437a" /><Relationship Type="http://schemas.openxmlformats.org/officeDocument/2006/relationships/notesMaster" Target="/ppt/notesMasters/notesMaster1.xml" Id="R048b295dff5748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5f6601c1c4487a" /><Relationship Type="http://schemas.openxmlformats.org/officeDocument/2006/relationships/notesMaster" Target="/ppt/notesMasters/notesMaster1.xml" Id="R56e3cf3fac4145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f89bf0eabc43c7" /><Relationship Type="http://schemas.openxmlformats.org/officeDocument/2006/relationships/notesMaster" Target="/ppt/notesMasters/notesMaster1.xml" Id="R32b75b109ac140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02aa4bf54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332841d3f4c8a" /><Relationship Type="http://schemas.openxmlformats.org/officeDocument/2006/relationships/slideLayout" Target="/ppt/slideLayouts/slideLayout1.xml" Id="Rc48e955790ce4c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8e955790ce4c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5ce79e1824bba" /><Relationship Type="http://schemas.openxmlformats.org/officeDocument/2006/relationships/notesSlide" Target="/ppt/notesSlides/notesSlide1.xml" Id="R495e7245fde34f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15dbd65c64e97" /><Relationship Type="http://schemas.openxmlformats.org/officeDocument/2006/relationships/notesSlide" Target="/ppt/notesSlides/notesSlide2.xml" Id="Ra20499543be340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2b8b9a8ed4a28" /><Relationship Type="http://schemas.openxmlformats.org/officeDocument/2006/relationships/notesSlide" Target="/ppt/notesSlides/notesSlide3.xml" Id="R528820cff7864d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76d9f76b14949" /><Relationship Type="http://schemas.openxmlformats.org/officeDocument/2006/relationships/notesSlide" Target="/ppt/notesSlides/notesSlide4.xml" Id="Rca5d8646e1eb4f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644fdeebf45c1" /><Relationship Type="http://schemas.openxmlformats.org/officeDocument/2006/relationships/notesSlide" Target="/ppt/notesSlides/notesSlide5.xml" Id="Rb470e48535ef43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B0D2AE0-F799-429C-AC38-03DA652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707F2C-191A-48CC-9FBA-C9FD9D13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ศูนย์ข้อมูลและโครงสร้างพื้นฐานระดับคลาวด์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FC482649-C7EA-467F-9B6E-FEFDCCB8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187EEF19-444C-4F8B-9C76-893B2208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E7786DD6-5C89-4F85-8A47-A543F671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58B3406-D90D-4AEF-8529-FC1343EE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ศูนย์ข้อมูล (Data Center) คือโรงงานประมวลผลของยุคดิจิทัล รวมเซิร์ฟเวอร์/สตอเรจ/เครือข่าย/ไฟฟ้า/ระบายความร้อน ให้บริการคลาวด์และ AI ต่อเนื่อง 24/7 การมาของ AI เปลี่ยนการออกแบบศูนย์ข้อมูลอย่างสิ้นเชิง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C9CBEB4-2998-40B8-A880-73249C16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66CEC7-1A6C-4962-86E0-4702ECA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07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8E07CB-2E0B-4163-8A31-4DFF9E9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794247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67912BA-E3F9-4783-857C-2C51D22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D59B2-9055-40F6-9A77-86EBB83B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B5922867-11A2-4B80-88DB-E61938C8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749794E2-9B38-41C7-BB83-33A5D2B6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ผู้เรียนเข้าใจสถาปัตยกรรมศูนย์ข้อมูลและการจำลองเสมือน (Virtualization/Containerization) — CLO2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482C7109-5E5C-47FA-B203-482AAAD0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27C84793-7703-483F-B71A-7D6924E0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ผู้เรียนรู้จักแนวคิด Sovereign Cloud และอธิปไตยของข้อมูล — CLO2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BD8F7E65-D7B8-4B03-906D-C732B66F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9B4328E8-42DB-4641-A4C2-967B3F3C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ผู้เรียนเข้าใจการบริหารพลังงาน/ความร้อนใน Data Center ระดับ Hyperscale (PUE, Liquid Cooling) — CLO4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1FE4DE-0AFC-4ACF-9A15-D48B292F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9B3A9B3-483E-43BB-85F7-27327480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07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1A013C-1FC6-44C3-96E8-38EC4840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1510693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51A8DC53-FA41-4B15-A62B-4C2650C8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660CA769-C16A-45E4-B609-5B46DD9C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1180A0FF-7B1A-41D9-B7CE-0762EC4A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E30DF882-450B-4ACA-A50C-34140ADB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FAA5B59E-91A8-4A71-922B-08D1018D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สถาปัตยกรรมศูนย์ข้อมูล + Virtualization/Containeriz…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6C9FDA78-233B-4662-B2F0-8D90D23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70647414-8D9E-40E5-A4E6-890974B2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Public vs Private Cloud; Sovereign Cloud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7252950A-8CC7-41AD-B2A4-A57EB5B0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CEE1E98-37A0-49F4-AAF5-2564488C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การจัดการความร้อน/พลังงานยุค AI (Liquid Cooling, PU…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FD389139-0194-4219-B278-C8BDE80C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43A57E69-43AA-4691-B779-3C74480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5973DBA6-6D7E-416E-822B-7695144A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1EF9C3DA-F446-40CF-B485-CE6F259C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องค์ประกอบ: racks/servers, storage, networking, UPS…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CE9BD8B1-43A6-40A5-BA74-261FD18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CDABB1BA-9BF3-42BA-9EAA-86B7EE6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ตัวชี้วัด: PUE = พลังงานรวม ÷ พลังงาน IT (ยิ่งใกล้…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303B9034-8A7F-4E25-9430-17D51416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ACDE3215-53E5-4E3F-861F-851DB9A2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ความสัมพันธ์กับคลาวด์: เป็นโครงสร้างพื้นฐานของ IaaS…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49CD08BF-4DA1-4420-865B-03433CBC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2A1BEB78-06AD-4190-BE4C-4569995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1E27E3DB-C3FB-46FA-ABE6-2EC02C73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4EC5A107-6336-4750-9BD8-41AE9DEE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PUE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9AF2E150-D364-4080-86C5-CF6A24C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BA2504B9-A13C-4E21-A46F-057F72F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Liquid Cooling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AE7D1DA-075D-40BD-9D18-8A776CE8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6E41214-16FA-4EA0-B6AB-0ACDD775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07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F7AC75-ECBD-4468-820B-623762F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300097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68388DA-FA56-4E29-8759-54AAFE1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14D187E4-B222-4021-97B1-8F7DED0B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46D2A3BB-B072-4EFA-A1EF-6027B36D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039592AA-F2B2-4B9B-9F1E-408915C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5891F0EC-DE3B-4CBD-927C-5462B68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AB924623-744F-4407-8C62-53228C1F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องค์ประกอบ: racks/servers, storage, networking, UPS/generator, ระบบทำความเย็น, การควบคุมการเข้าถึง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F2B1629E-08F8-4164-9253-088F0BBE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1DBEEC8E-DA7F-4F03-AB6C-F724F0CD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ตัวชี้วัด: PUE = พลังงานรวม ÷ พลังงาน IT (ยิ่งใกล้ 1 ยิ่งดี); Tier I–IV; SLA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DBAB38AC-36EF-4878-8ED5-A916A0D8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1806BB7-DB44-4C2E-A7F1-89A8B357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ความสัมพันธ์กับคลาวด์: เป็นโครงสร้างพื้นฐานของ IaaS/PaaS/SaaS (เชื่อม Week 06 - Computer Networks &amp; Internet)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92A2F808-D028-467A-B21F-EEDA0C52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492CEA7F-D726-4AC1-888C-91321F3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12E8675D-13ED-4083-8032-04A8AA53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ภาระงาน AI ดันความหนาแน่นพุ่ง: rack เดิม 10–20 kW ไม่พอ คลัสเตอร์ AI เกิน 100 kW มุ่งสู่ 300 kW+; ค…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06CE8146-C316-4AEA-8126-B79DB0F0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9B4363CC-C22E-4B5E-975F-29204EAC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Liquid Cooling เป็นสิ่งจำเป็น: ตลาด liquid cooling สำหรับ AI โตจาก ~3.2 พันล้าน (2025) สู่ ~17.8 พั…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6AE853B3-AE40-4297-A709-A585700C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3B3BC988-D9E2-4B64-88B5-ADA5449F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พลังงานคือข้อจำกัดหลัก: การใช้ไฟของบริษัท AI ชั้นนำอาจเพิ่มจาก ~118 TWh (2024) เป็น ~295 TWh (2030)…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F0D958-C1C2-40B4-8DAF-011551A0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0C2A07-84C9-4E20-93A0-202A6F0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07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9DB7A0-0F67-42CD-B122-3BA4C574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89084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C2B8180-83C9-4031-995A-A988D01D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EC6C71D1-4313-4CDD-BCEC-9E72CE87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ECEF63C7-3145-4307-BE3A-F5F377B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(ทดลองใช้ Cloud/Docker เบื้องต้น)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A0B20F5C-9ED3-4D51-BD21-F8DE8354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C104583-FB9F-4400-BBB1-C9D8CBC7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EEDA4543-2D86-4CDD-A7B0-129B5948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2D7451F7-65C7-4CEC-B967-180FD36A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93E7709-1987-479E-A28F-1E9AF17D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B01164-6AAD-419E-9C10-768B75B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07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5C0E763-94D2-43BF-BFE2-4C21EEB9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522683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2026-06-30T03:51:35.3210000Z</dcterms:created>
  <dcterms:modified xsi:type="dcterms:W3CDTF">2026-06-30T03:51:35.3210000Z</dcterms:modified>
</coreProperties>
</file>