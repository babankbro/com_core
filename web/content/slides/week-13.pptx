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32004fb14e4c0f" /><Relationship Type="http://schemas.openxmlformats.org/officeDocument/2006/relationships/extended-properties" Target="/docProps/app.xml" Id="R4ce5c3ba32744568" /><Relationship Type="http://schemas.openxmlformats.org/officeDocument/2006/relationships/officeDocument" Target="/ppt/presentation.xml" Id="R2c6e86097454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7aad34d2f4091"/>
  </p:sldMasterIdLst>
  <p:notesMasterIdLst>
    <p:notesMasterId xmlns:r="http://schemas.openxmlformats.org/officeDocument/2006/relationships" r:id="R3025f9cecb674de7"/>
  </p:notesMasterIdLst>
  <p:sldIdLst>
    <p:sldId xmlns:r="http://schemas.openxmlformats.org/officeDocument/2006/relationships" id="256" r:id="Rf0faa71142154892"/>
    <p:sldId xmlns:r="http://schemas.openxmlformats.org/officeDocument/2006/relationships" id="257" r:id="R3584c24356194107"/>
    <p:sldId xmlns:r="http://schemas.openxmlformats.org/officeDocument/2006/relationships" id="258" r:id="R9361c3c9dad842a4"/>
    <p:sldId xmlns:r="http://schemas.openxmlformats.org/officeDocument/2006/relationships" id="259" r:id="R65d05da36c04454d"/>
    <p:sldId xmlns:r="http://schemas.openxmlformats.org/officeDocument/2006/relationships" id="260" r:id="Rda810e29f5214f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9d6e34f774b1b" /><Relationship Type="http://schemas.openxmlformats.org/officeDocument/2006/relationships/slideMaster" Target="/ppt/slideMasters/slideMaster1.xml" Id="R42a7aad34d2f4091" /><Relationship Type="http://schemas.openxmlformats.org/officeDocument/2006/relationships/notesMaster" Target="/ppt/notesMasters/notesMaster1.xml" Id="R3025f9cecb674de7" /><Relationship Type="http://schemas.openxmlformats.org/officeDocument/2006/relationships/presProps" Target="/ppt/presProps.xml" Id="R375605c88c034bf3" /><Relationship Type="http://schemas.openxmlformats.org/officeDocument/2006/relationships/tableStyles" Target="/ppt/tableStyles.xml" Id="R6e146ae3289f4a64" /><Relationship Type="http://schemas.openxmlformats.org/officeDocument/2006/relationships/slide" Target="/ppt/slides/slide1.xml" Id="Rf0faa71142154892" /><Relationship Type="http://schemas.openxmlformats.org/officeDocument/2006/relationships/slide" Target="/ppt/slides/slide2.xml" Id="R3584c24356194107" /><Relationship Type="http://schemas.openxmlformats.org/officeDocument/2006/relationships/slide" Target="/ppt/slides/slide3.xml" Id="R9361c3c9dad842a4" /><Relationship Type="http://schemas.openxmlformats.org/officeDocument/2006/relationships/slide" Target="/ppt/slides/slide4.xml" Id="R65d05da36c04454d" /><Relationship Type="http://schemas.openxmlformats.org/officeDocument/2006/relationships/slide" Target="/ppt/slides/slide5.xml" Id="Rda810e29f521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519b1e72c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d79891fd9409a" /><Relationship Type="http://schemas.openxmlformats.org/officeDocument/2006/relationships/notesMaster" Target="/ppt/notesMasters/notesMaster1.xml" Id="R7da6f057dda14d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025c971c784f51" /><Relationship Type="http://schemas.openxmlformats.org/officeDocument/2006/relationships/notesMaster" Target="/ppt/notesMasters/notesMaster1.xml" Id="Rb687651c7c90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b6f59c4b514601" /><Relationship Type="http://schemas.openxmlformats.org/officeDocument/2006/relationships/notesMaster" Target="/ppt/notesMasters/notesMaster1.xml" Id="R084f4f1b1a2744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8ebd7edcb4248" /><Relationship Type="http://schemas.openxmlformats.org/officeDocument/2006/relationships/notesMaster" Target="/ppt/notesMasters/notesMaster1.xml" Id="R72379cd89d37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480a87be8048c4" /><Relationship Type="http://schemas.openxmlformats.org/officeDocument/2006/relationships/notesMaster" Target="/ppt/notesMasters/notesMaster1.xml" Id="R1648245918dd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f38f5aa8b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6c61bdf504ce8" /><Relationship Type="http://schemas.openxmlformats.org/officeDocument/2006/relationships/slideLayout" Target="/ppt/slideLayouts/slideLayout1.xml" Id="R035fa38a358549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fa38a358549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25dcc769848b3" /><Relationship Type="http://schemas.openxmlformats.org/officeDocument/2006/relationships/notesSlide" Target="/ppt/notesSlides/notesSlide1.xml" Id="R3ab05efcfad443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53ab64fd74bdb" /><Relationship Type="http://schemas.openxmlformats.org/officeDocument/2006/relationships/notesSlide" Target="/ppt/notesSlides/notesSlide2.xml" Id="R6962b99735974c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281f842994179" /><Relationship Type="http://schemas.openxmlformats.org/officeDocument/2006/relationships/notesSlide" Target="/ppt/notesSlides/notesSlide3.xml" Id="Rc5acc56d8ab54d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8a620c08f442d" /><Relationship Type="http://schemas.openxmlformats.org/officeDocument/2006/relationships/notesSlide" Target="/ppt/notesSlides/notesSlide4.xml" Id="Rc62007be6453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734dd0c694d93" /><Relationship Type="http://schemas.openxmlformats.org/officeDocument/2006/relationships/notesSlide" Target="/ppt/notesSlides/notesSlide5.xml" Id="R5930d1cc3502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A984C49-92A9-4DDC-8F34-ACD84C78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3C64B2-0F45-4A42-AC4D-D687B3A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จริยธรรมทางคอมพิวเตอร์และทรัพย์สินทางปัญญา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FE20FD65-94C6-4DC9-84A2-B088CCA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1E5AA249-CDA8-4E01-B1D6-D1BBF5B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868819D9-B161-4B0A-A1B1-A62F071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7DAC6AC-C468-4F3B-A62B-F5FA42F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จริยธรรมทางคอมพิวเตอร์ว่าด้วย "สิ่งที่ควร/ไม่ควรทำ" เมื่อใช้/พัฒนาเทคโนโลยี และทรัพย์สินทางปัญญา (IP) คุ้มครองผลงานสร้างสรรค์ ทั้งสองมีประเด็นใหม่จาก AI และข้อมูลส่วนบุคคล (PDPA)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96F3605-6F77-422B-AD81-5EFD4D2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7D7FD46-BDD1-4C1C-BF5C-30A2737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13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A2BFF83-AD70-4244-AADC-9940EE2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71465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7AE721D-8F85-4DA8-BBA5-82D38DF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AB0F5D-5121-4ADA-8D0C-CBEA4243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5BD843D6-2C53-4050-9660-71035E8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D7A6CFE8-1D45-46C8-96BD-9D666CD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ผู้เรียนตระหนักถึงประเด็นจริยธรรมที่เกี่ยวกับเทคโนโลยีและ AI — CLO5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5AE306E7-F44D-4B10-9809-0F39AB0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C64C2DF-CEB1-4B08-9563-02C5C845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ผู้เรียนเข้าใจประเภทของทรัพย์สินทางปัญญาด้านซอฟต์แวร์ — CLO5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E9ACBC47-0998-400F-8547-C24E8A69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8309FF81-1F58-4E05-8353-4E3DB1F7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ผู้เรียนวิเคราะห์กรณีศึกษาด้านความเป็นส่วนตัวและจริยธรรมได้ — CLO5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CE5A619-0918-4887-92B8-EBCA839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E88A09-FF9F-46C1-B9E8-0E129C8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13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4D218F-4B78-4741-A2C6-86D993E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81430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AE97F4A-D524-46DE-8DBB-4412B74E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8FF62A89-8EA5-49F3-A969-8773AC3B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6231D8F-261D-48A4-9B86-6C1E85EC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94272CE7-73D4-4E9E-8128-17D8CF9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2939F7D6-ABFE-4822-938B-CB6753D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จริยธรรมยุคดิจิทัลและ AI (AI Ethics, Algorithmic Bi…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CBEAE1A3-5FBC-4105-8019-DD3CD24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E616D17-5091-4F97-A0D0-B20A5B05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ทรัพย์สินทางปัญญา (ลิขสิทธิ์, สิทธิบัตร, เครื่องหมา…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6E6F59AB-35B5-41BD-96C0-F283CA2A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AE98F17-084E-49D1-9716-13FA1C26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ใบอนุญาตซอฟต์แวร์ open-source vs proprietary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99433FEF-04B3-4AD5-B10E-9739DB89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022D2FA5-B19E-4110-A200-A774D14F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E8CCF10D-C210-40D5-9222-52B5A32A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36090A10-D3AC-4B38-A058-6F51C005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ประเด็นคลาสสิก: privacy, digital divide, เสรีภาพการ…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80BCE956-C838-4B0F-9AED-F611D86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F1AF3C7F-D579-4C7E-9D5C-8D645900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จรรยาบรรณวิชาชีพ: ACM Code of Ethics, IEEE Code of…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6426054A-6B75-435C-8317-925A3E3C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B8268FD4-A6F6-4C9A-968A-A70A1A3C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จริยธรรม AI: bias &amp; fairness, transparency &amp; explai…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F7E51055-917A-4420-A210-196262EB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7BF6AA45-FCCD-4BE0-8AB0-625B57A1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B209A020-13D0-4687-9180-9C78063E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DF8A8930-8F1C-4FE8-A5C7-5488672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PDPA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3FF9C4AF-8959-4B02-B892-7C9B6386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8E30EAC1-A020-42D1-9CA6-6DCB6A8C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ดูธีม การกำกับดูแล จริยธรรม และกฎหมาย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B6BD7D2-6FBC-4F90-B83B-35DB9A9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58BCE7-B41A-45D6-998A-6CC9B7D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13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1209EA-EB5C-44D6-A961-97E623A7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2568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3BAC93F-3056-440B-B889-7AC4029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DD5F6FF1-E8C2-419D-A47B-73D01EF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D5A74CE5-F0EF-4798-86DB-3AD0830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A9F39341-0C02-4755-BB9E-431504E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6EA49283-1858-4A04-BD70-E7282BEE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701EEC9C-E558-4E27-9934-EC02EB80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ประเด็นคลาสสิก: privacy, digital divide, เสรีภาพการแสดงออก, อาชญากรรมคอมพิวเตอร์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B7683DDC-F1BB-4A8A-82BA-7566E726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8E442E9-CFDB-4F88-AAD3-4745656D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จรรยาบรรณวิชาชีพ: ACM Code of Ethics, IEEE Code of Ethics; กรอบ PAPA (Privacy, Accuracy, Property, Accessibil…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475DCAD2-5879-43D7-AA6B-85E0AF9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E545085D-5700-4EDD-A477-E8FE5295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จริยธรรม AI: bias &amp; fairness, transparency &amp; explainability, human oversight, accountability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746A01CF-1B78-4B9D-8FBF-0FBA6DE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6340A505-8C33-47C9-AD0A-4EDCDA3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296CB27E-8450-4CC7-8718-D67BCCF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UNESCO Recommendation on the Ethics of AI: แนวทางจริยธรรม AI ฉบับแรกระดับโลก รับรองโดย 193 ประเทศ ว…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71627227-2160-45F2-91A2-AC6B4E9E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5CA71C69-7E75-45FA-9482-91EA518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EU AI Act + UNESCO กำหนดทิศทางกำกับ AI ทั่วโลก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9B94C49-D47D-40BD-B98B-95E3CFCA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4142F95A-0A6B-48C6-BC09-1DFC71DE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คดีละเมิดลิขสิทธิ์จาก generative AI เป็นที่ถกเถียงมากขึ้นในไทยและสากล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A1348-5A56-47C8-BF4F-DE6FCF83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40C5F4-ED7B-43CE-98EC-C157350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13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E97366-BBB5-4863-B6CE-0CE0BCB1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266598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F816CB4-DD5A-458E-BA6B-8C095C1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4137FD21-CAC2-401E-AF9C-4D64C61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85A61528-0158-4339-9F2E-F7DED3F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(อภิปราย Bias และจริยธรรม AI)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6ABA3F31-6724-4857-937E-6C41809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9CD9B42-BE30-47EA-8AF3-7624F577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8FCE402E-6066-40E7-8612-5F10ED97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9C1C2CDE-DC93-4124-86E4-9729EA06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87FA2A-4B91-4329-A019-7514B0D0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B4F64C2-D75B-4246-91C7-360A5F1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13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81D2D5-581D-4710-BF11-552AF84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23769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2026-06-30T03:51:39.6160000Z</dcterms:created>
  <dcterms:modified xsi:type="dcterms:W3CDTF">2026-06-30T03:51:39.6160000Z</dcterms:modified>
</coreProperties>
</file>