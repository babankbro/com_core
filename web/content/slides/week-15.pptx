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be0a2597304444" /><Relationship Type="http://schemas.openxmlformats.org/officeDocument/2006/relationships/extended-properties" Target="/docProps/app.xml" Id="Raea94a4f14bb4aab" /><Relationship Type="http://schemas.openxmlformats.org/officeDocument/2006/relationships/officeDocument" Target="/ppt/presentation.xml" Id="Re34f130b693343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6040a640054e8a"/>
  </p:sldMasterIdLst>
  <p:notesMasterIdLst>
    <p:notesMasterId xmlns:r="http://schemas.openxmlformats.org/officeDocument/2006/relationships" r:id="R69ae6ab62dea4d30"/>
  </p:notesMasterIdLst>
  <p:sldIdLst>
    <p:sldId xmlns:r="http://schemas.openxmlformats.org/officeDocument/2006/relationships" id="256" r:id="R5b2c3a3d7f2442a7"/>
    <p:sldId xmlns:r="http://schemas.openxmlformats.org/officeDocument/2006/relationships" id="257" r:id="R4de46f2cb35948a6"/>
    <p:sldId xmlns:r="http://schemas.openxmlformats.org/officeDocument/2006/relationships" id="258" r:id="Rf1c61e3195364bc7"/>
    <p:sldId xmlns:r="http://schemas.openxmlformats.org/officeDocument/2006/relationships" id="259" r:id="R506ae1b319714d89"/>
    <p:sldId xmlns:r="http://schemas.openxmlformats.org/officeDocument/2006/relationships" id="260" r:id="R9b0af400286c46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8545ad87fb4dc8" /><Relationship Type="http://schemas.openxmlformats.org/officeDocument/2006/relationships/slideMaster" Target="/ppt/slideMasters/slideMaster1.xml" Id="Rf46040a640054e8a" /><Relationship Type="http://schemas.openxmlformats.org/officeDocument/2006/relationships/notesMaster" Target="/ppt/notesMasters/notesMaster1.xml" Id="R69ae6ab62dea4d30" /><Relationship Type="http://schemas.openxmlformats.org/officeDocument/2006/relationships/presProps" Target="/ppt/presProps.xml" Id="Ref5e8c5c2fba4e02" /><Relationship Type="http://schemas.openxmlformats.org/officeDocument/2006/relationships/tableStyles" Target="/ppt/tableStyles.xml" Id="R42e38a0006194879" /><Relationship Type="http://schemas.openxmlformats.org/officeDocument/2006/relationships/slide" Target="/ppt/slides/slide1.xml" Id="R5b2c3a3d7f2442a7" /><Relationship Type="http://schemas.openxmlformats.org/officeDocument/2006/relationships/slide" Target="/ppt/slides/slide2.xml" Id="R4de46f2cb35948a6" /><Relationship Type="http://schemas.openxmlformats.org/officeDocument/2006/relationships/slide" Target="/ppt/slides/slide3.xml" Id="Rf1c61e3195364bc7" /><Relationship Type="http://schemas.openxmlformats.org/officeDocument/2006/relationships/slide" Target="/ppt/slides/slide4.xml" Id="R506ae1b319714d89" /><Relationship Type="http://schemas.openxmlformats.org/officeDocument/2006/relationships/slide" Target="/ppt/slides/slide5.xml" Id="R9b0af400286c46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98fcccd90b48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26e5dfb4c04370" /><Relationship Type="http://schemas.openxmlformats.org/officeDocument/2006/relationships/notesMaster" Target="/ppt/notesMasters/notesMaster1.xml" Id="R921281e629724b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aae161bea4436f" /><Relationship Type="http://schemas.openxmlformats.org/officeDocument/2006/relationships/notesMaster" Target="/ppt/notesMasters/notesMaster1.xml" Id="R3f6c4b76d88448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7967f3496409c" /><Relationship Type="http://schemas.openxmlformats.org/officeDocument/2006/relationships/notesMaster" Target="/ppt/notesMasters/notesMaster1.xml" Id="R7e44430d6d9b40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f923973084468e" /><Relationship Type="http://schemas.openxmlformats.org/officeDocument/2006/relationships/notesMaster" Target="/ppt/notesMasters/notesMaster1.xml" Id="R8f72999ef3a04d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c40cce17ce4077" /><Relationship Type="http://schemas.openxmlformats.org/officeDocument/2006/relationships/notesMaster" Target="/ppt/notesMasters/notesMaster1.xml" Id="R7ddf480afb4d4f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a951a55414a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53e64d8677446b" /><Relationship Type="http://schemas.openxmlformats.org/officeDocument/2006/relationships/slideLayout" Target="/ppt/slideLayouts/slideLayout1.xml" Id="R73096663df67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96663df67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825dcf0fe4535" /><Relationship Type="http://schemas.openxmlformats.org/officeDocument/2006/relationships/notesSlide" Target="/ppt/notesSlides/notesSlide1.xml" Id="Rf15c9bc62c4e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e742232074c5e" /><Relationship Type="http://schemas.openxmlformats.org/officeDocument/2006/relationships/notesSlide" Target="/ppt/notesSlides/notesSlide2.xml" Id="Rbf704d45a9ae43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b654154af403e" /><Relationship Type="http://schemas.openxmlformats.org/officeDocument/2006/relationships/notesSlide" Target="/ppt/notesSlides/notesSlide3.xml" Id="R9c2f9a71fb8e4a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69ebbd22541d5" /><Relationship Type="http://schemas.openxmlformats.org/officeDocument/2006/relationships/notesSlide" Target="/ppt/notesSlides/notesSlide4.xml" Id="R85b7c132a409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c1ca61238483d" /><Relationship Type="http://schemas.openxmlformats.org/officeDocument/2006/relationships/notesSlide" Target="/ppt/notesSlides/notesSlide5.xml" Id="R916bb3b90cb2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D47FB4D-0887-431C-9D14-C920025B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7314FA-F9FB-4D13-9952-9860984D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การดูงานเชิงวิชาการ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EC43981F-D0C8-4C48-9803-2F58340A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D1C51D6D-D67B-41B4-A376-987F97F3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C791BB2A-A5A0-44CD-8FD5-D432BEFF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9502576-C1D1-4686-AC4E-634940D4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การดูงานเชื่อม "ทฤษฎีในห้องเรียน" กับ "การปฏิบัติจริงในอุตสาหกรรม" พัฒนาทักษะการสังเกต การสื่อสาร และความรับผิดชอบเชิงวิชาชีพ (CLO6)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C36466-2869-4976-80EB-F8699062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EB9E3F-AB73-437C-8BFA-E7DDA5F0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15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4114A2F-0100-4C28-A7E0-8D24BC9B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25000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DC6EE09-065A-454D-A498-A40344F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B1E47C-6883-459E-B86E-0C2EFB9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2F12AC3C-2A2C-44D1-B9CD-D7FD7BE8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123B73FD-0CAD-4E47-8B62-AB7778FB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ผู้เรียนได้รับประสบการณ์ตรงจากสภาพแวดล้อมการทำงานจริง — CLO6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59207439-1F5F-43C6-9EDB-F07C965F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BE40A223-2B35-4F9A-829E-9223033C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ผู้เรียนเข้าใจการประยุกต์ความรู้สู่การแก้ปัญหาในอุตสาหกรรม — CLO4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7E8A7096-6FF8-4F68-9579-00C8995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92B9D1C9-21A0-4B35-802E-4F6AA028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ผู้เรียนได้รับแรงบันดาลใจในการประกอบอาชีพวิศวกรคอมพิวเตอร์ — CLO6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69ED7CC-EA59-42D1-9F43-0F55A50C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5F368A2-538C-48A0-8C8D-547D38E9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15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039107A-40FF-4F6B-A032-4A371E74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2588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AED6E343-52EF-4676-AB1D-756D59C1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56BC975D-C7E3-435B-8596-A891D13A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88AE0FC4-B77E-4F06-8539-6D031901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3CA79298-54EA-4816-8273-0529ECFC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436F40E7-23F4-4EFB-BC45-F64FB913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การเยี่ยมชมสถานประกอบการจริง: ศูนย์ข้อมูล (Week 07…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EEA6CFE0-2CD4-4A8C-9957-C4883ADD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A92A14FE-CF9C-46FF-815E-B6896A3A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การทัศนศึกษาเสมือนจริง (Virtual Tour) บริษัทเทคโนโล…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3D77E96F-1665-42D5-AF5D-93A9B013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4DC81117-366D-4153-A871-0DAF5AF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บรรยายพิเศษจากวิทยากรรับเชิญในอุตสาหกรรม (Guest Spe…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D2B672D3-5FD9-47C3-8DFC-38E7DB71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59B262A0-0177-499D-BB6E-4E24195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panel-2">
            <a:extLst xmlns:a="http://schemas.openxmlformats.org/drawingml/2006/main">
              <a:ext uri="{FF2B5EF4-FFF2-40B4-BE49-F238E27FC236}">
                <a16:creationId xmlns:a16="http://schemas.microsoft.com/office/drawing/2014/main" id="{C77A1255-C829-41AF-B769-0753D79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68F12DD3-F762-4E08-B2F0-376E4DB6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DD304D-EA66-4B7D-B938-12C1AD1A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0B74F1-FCD2-4E38-892F-ABBD11C8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15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E16A4B-C264-4A4C-AAC6-57E7056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622866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E4B06CF-6308-4151-8304-F768AA2A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C0C2CA4E-F972-4230-AF56-CF041135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DF0247C4-CEF6-4CE3-BEBB-F7189BD0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6976C363-0E1E-44DB-9750-83A3FB6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right-head">
            <a:extLst xmlns:a="http://schemas.openxmlformats.org/drawingml/2006/main">
              <a:ext uri="{FF2B5EF4-FFF2-40B4-BE49-F238E27FC236}">
                <a16:creationId xmlns:a16="http://schemas.microsoft.com/office/drawing/2014/main" id="{DE22ED53-9E62-45D2-853F-3B9F6FB7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62672826-F168-4F42-A6AC-26735D33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2F7EE5E4-2603-4EB4-AD0F-44B57FB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การเยี่ยมชมสถานประกอบการจริง: ศูนย์ข้อมูล (Week 07 - Data Center &amp; Cloud Infrastructure),…</a:t>
            </a:r>
          </a:p>
        </p:txBody>
      </p:sp>
      <p:sp>
        <p:nvSpPr>
          <p:cNvPr id="8" name="dot-1">
            <a:extLst xmlns:a="http://schemas.openxmlformats.org/drawingml/2006/main">
              <a:ext uri="{FF2B5EF4-FFF2-40B4-BE49-F238E27FC236}">
                <a16:creationId xmlns:a16="http://schemas.microsoft.com/office/drawing/2014/main" id="{AFFCCB30-1909-49A2-A32C-3F3860AE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26D50592-E330-4E54-92C0-AA7956EA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การทัศนศึกษาเสมือนจริง (Virtual Tour) บริษัทเทคโนโลยีชั้นนำ (Google, AWS, NVIDIA)</a:t>
            </a:r>
          </a:p>
        </p:txBody>
      </p:sp>
      <p:sp>
        <p:nvSpPr>
          <p:cNvPr id="10" name="dot-2">
            <a:extLst xmlns:a="http://schemas.openxmlformats.org/drawingml/2006/main">
              <a:ext uri="{FF2B5EF4-FFF2-40B4-BE49-F238E27FC236}">
                <a16:creationId xmlns:a16="http://schemas.microsoft.com/office/drawing/2014/main" id="{0331DAAB-B9D0-4090-BAFF-AC7688D6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4A534DB5-9940-4C09-B21B-7DE37B03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บรรยายพิเศษจากวิทยากรรับเชิญในอุตสาหกรรม (Guest Speakers)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3E79A4-B5EB-4124-A459-DC03DDE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0AE598-2639-4822-8787-62B8921F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15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0EF2D58-8090-457E-BD20-4F9A0647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4864845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D6A9EA2-B334-4D01-AA47-B4C6536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3D659A71-A2BC-4FEA-9415-BA4930B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7D3DC826-F504-4846-A94A-F141B22F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(Virtual Tour/ดูงานศูนย์ข้อมูล)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F4E8D2F3-8A13-4B8B-BFCB-8CC04860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B6D78DC-3F15-4B3B-8E70-5E126B95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5931BC8F-CF0C-4845-89ED-D0FC1BE6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E43C48E0-73AD-4A80-B6CE-AF0D0736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57FD1A-5769-42A8-8B46-A89FAA3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AD180-CAF8-4F09-8C6D-A98BCC44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15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E35FEA0-2587-48FB-8412-E3F15F37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629600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2026-06-30T03:51:41.2520000Z</dcterms:created>
  <dcterms:modified xsi:type="dcterms:W3CDTF">2026-06-30T03:51:41.2520000Z</dcterms:modified>
</coreProperties>
</file>