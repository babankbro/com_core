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a20b42b8694882" /><Relationship Type="http://schemas.openxmlformats.org/officeDocument/2006/relationships/extended-properties" Target="/docProps/app.xml" Id="R238a8fde530d4503" /><Relationship Type="http://schemas.openxmlformats.org/officeDocument/2006/relationships/officeDocument" Target="/ppt/presentation.xml" Id="R74def3d7267b43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8fb13c9f3840f8"/>
  </p:sldMasterIdLst>
  <p:notesMasterIdLst>
    <p:notesMasterId xmlns:r="http://schemas.openxmlformats.org/officeDocument/2006/relationships" r:id="R5553613a372f4823"/>
  </p:notesMasterIdLst>
  <p:sldIdLst>
    <p:sldId xmlns:r="http://schemas.openxmlformats.org/officeDocument/2006/relationships" id="256" r:id="R90c07c2c29a64302"/>
    <p:sldId xmlns:r="http://schemas.openxmlformats.org/officeDocument/2006/relationships" id="257" r:id="Rabfd1faa142f442b"/>
    <p:sldId xmlns:r="http://schemas.openxmlformats.org/officeDocument/2006/relationships" id="258" r:id="R64ea1525bd0c4580"/>
    <p:sldId xmlns:r="http://schemas.openxmlformats.org/officeDocument/2006/relationships" id="259" r:id="R11b76fe3689a4b80"/>
    <p:sldId xmlns:r="http://schemas.openxmlformats.org/officeDocument/2006/relationships" id="260" r:id="R24f1215698a445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e402b445504321" /><Relationship Type="http://schemas.openxmlformats.org/officeDocument/2006/relationships/slideMaster" Target="/ppt/slideMasters/slideMaster1.xml" Id="Rcf8fb13c9f3840f8" /><Relationship Type="http://schemas.openxmlformats.org/officeDocument/2006/relationships/notesMaster" Target="/ppt/notesMasters/notesMaster1.xml" Id="R5553613a372f4823" /><Relationship Type="http://schemas.openxmlformats.org/officeDocument/2006/relationships/presProps" Target="/ppt/presProps.xml" Id="Ra0ece0a7828042ce" /><Relationship Type="http://schemas.openxmlformats.org/officeDocument/2006/relationships/tableStyles" Target="/ppt/tableStyles.xml" Id="Rd206ddb226134d95" /><Relationship Type="http://schemas.openxmlformats.org/officeDocument/2006/relationships/slide" Target="/ppt/slides/slide1.xml" Id="R90c07c2c29a64302" /><Relationship Type="http://schemas.openxmlformats.org/officeDocument/2006/relationships/slide" Target="/ppt/slides/slide2.xml" Id="Rabfd1faa142f442b" /><Relationship Type="http://schemas.openxmlformats.org/officeDocument/2006/relationships/slide" Target="/ppt/slides/slide3.xml" Id="R64ea1525bd0c4580" /><Relationship Type="http://schemas.openxmlformats.org/officeDocument/2006/relationships/slide" Target="/ppt/slides/slide4.xml" Id="R11b76fe3689a4b80" /><Relationship Type="http://schemas.openxmlformats.org/officeDocument/2006/relationships/slide" Target="/ppt/slides/slide5.xml" Id="R24f1215698a445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d7cbab90844e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eef081ad6b4dd4" /><Relationship Type="http://schemas.openxmlformats.org/officeDocument/2006/relationships/notesMaster" Target="/ppt/notesMasters/notesMaster1.xml" Id="R7d46d577b0e64e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fa9b9d301641f4" /><Relationship Type="http://schemas.openxmlformats.org/officeDocument/2006/relationships/notesMaster" Target="/ppt/notesMasters/notesMaster1.xml" Id="R3d095110e6be40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91846ec3524c03" /><Relationship Type="http://schemas.openxmlformats.org/officeDocument/2006/relationships/notesMaster" Target="/ppt/notesMasters/notesMaster1.xml" Id="Rcd5167e9a21845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f11149c4434b04" /><Relationship Type="http://schemas.openxmlformats.org/officeDocument/2006/relationships/notesMaster" Target="/ppt/notesMasters/notesMaster1.xml" Id="R8d72cd63e4af49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01afbda13d4c27" /><Relationship Type="http://schemas.openxmlformats.org/officeDocument/2006/relationships/notesMaster" Target="/ppt/notesMasters/notesMaster1.xml" Id="R5c957c79f9b748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0acecbf0d4e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da611cc2534a47" /><Relationship Type="http://schemas.openxmlformats.org/officeDocument/2006/relationships/slideLayout" Target="/ppt/slideLayouts/slideLayout1.xml" Id="R4b64514825c04e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64514825c04e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ffa3a72ae4db7" /><Relationship Type="http://schemas.openxmlformats.org/officeDocument/2006/relationships/notesSlide" Target="/ppt/notesSlides/notesSlide1.xml" Id="Rcd10bf3c9c884d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43cd1b14d4337" /><Relationship Type="http://schemas.openxmlformats.org/officeDocument/2006/relationships/notesSlide" Target="/ppt/notesSlides/notesSlide2.xml" Id="Ra2b57ea1946245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6a4f569f54b45" /><Relationship Type="http://schemas.openxmlformats.org/officeDocument/2006/relationships/notesSlide" Target="/ppt/notesSlides/notesSlide3.xml" Id="Raa21465bc48748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0f43cae704e17" /><Relationship Type="http://schemas.openxmlformats.org/officeDocument/2006/relationships/notesSlide" Target="/ppt/notesSlides/notesSlide4.xml" Id="Rcce6470887b348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456439a964e52" /><Relationship Type="http://schemas.openxmlformats.org/officeDocument/2006/relationships/notesSlide" Target="/ppt/notesSlides/notesSlide5.xml" Id="Re6e355cf66834f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BD72CF1-BFCF-4B40-9AE0-7ED0AAA4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20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WEEK 17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80B0A3-4DF5-4879-9620-07329012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9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9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สอบปลายภาค (Final Examination)</a:t>
            </a:r>
          </a:p>
        </p:txBody>
      </p:sp>
      <p:sp>
        <p:nvSpPr>
          <p:cNvPr id="3" name="week-block">
            <a:extLst xmlns:a="http://schemas.openxmlformats.org/drawingml/2006/main">
              <a:ext uri="{FF2B5EF4-FFF2-40B4-BE49-F238E27FC236}">
                <a16:creationId xmlns:a16="http://schemas.microsoft.com/office/drawing/2014/main" id="{F83F6B7B-00D6-4DE5-8C2D-D223B4EE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895350"/>
            <a:ext cx="2343150" cy="392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number">
            <a:extLst xmlns:a="http://schemas.openxmlformats.org/drawingml/2006/main">
              <a:ext uri="{FF2B5EF4-FFF2-40B4-BE49-F238E27FC236}">
                <a16:creationId xmlns:a16="http://schemas.microsoft.com/office/drawing/2014/main" id="{E243E5B8-BDCC-4E2A-9DA2-C7B88FD8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0970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69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69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sp>
        <p:nvSpPr>
          <p:cNvPr id="5" name="course-name">
            <a:extLst xmlns:a="http://schemas.openxmlformats.org/drawingml/2006/main">
              <a:ext uri="{FF2B5EF4-FFF2-40B4-BE49-F238E27FC236}">
                <a16:creationId xmlns:a16="http://schemas.microsoft.com/office/drawing/2014/main" id="{AB83D7CE-8481-4D04-8B38-4B532FFA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9560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Computer Engineering Essentials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DD0A0F86-DAB5-4412-99E0-EFB3C7A6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วัดผลสัมฤทธิ์รวมตลอดหลักสูตร (น้ำหนัก 25% — ดู การวัดและประเมินผล) เน้น CLO1–CLO2 (ความรู้), CLO4 (เทคโนโลยีทันสมัย) และ CLO5 (จริยธรรม/ทรัพย์สินทางปัญญา)</a:t>
            </a:r>
          </a:p>
        </p:txBody>
      </p:sp>
      <p:sp>
        <p:nvSpPr>
          <p:cNvPr id="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6C86905-7878-42D9-848C-1D9AD6D7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29C348-F432-4CA8-8FD3-94E27081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17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4C9EF4A-123D-4E5A-AED5-02F81F09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757118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D09DBF2-B551-4653-A65F-5882CF50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Learning Objectives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CDD82B-6812-435D-9FAC-ECD4FE86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425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425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เชื่อมโยง [CLO1, CLO2, CLO4, CLO5]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161829F-1692-43BA-98AE-0B1F4FEF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6AF12CB-7434-4B08-BD74-DD3E74DB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17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C44F60-4900-499E-93F3-A23AA3C5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2/5</a:t>
            </a:r>
          </a:p>
        </p:txBody>
      </p:sp>
    </p:spTree>
    <p:extLst>
      <p:ext uri="{BB962C8B-B14F-4D97-AF65-F5344CB8AC3E}">
        <p14:creationId xmlns:p14="http://schemas.microsoft.com/office/powerpoint/2010/main" val="1601981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3852EC57-8079-46DF-8629-3868E7C6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Knowledge Map</a:t>
            </a:r>
          </a:p>
        </p:txBody>
      </p:sp>
      <p:sp>
        <p:nvSpPr>
          <p:cNvPr id="2" name="panel-0">
            <a:extLst xmlns:a="http://schemas.openxmlformats.org/drawingml/2006/main">
              <a:ext uri="{FF2B5EF4-FFF2-40B4-BE49-F238E27FC236}">
                <a16:creationId xmlns:a16="http://schemas.microsoft.com/office/drawing/2014/main" id="{FFFF54C5-D12E-4A2D-A7DD-E7080BFE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nel-title-0">
            <a:extLst xmlns:a="http://schemas.openxmlformats.org/drawingml/2006/main">
              <a:ext uri="{FF2B5EF4-FFF2-40B4-BE49-F238E27FC236}">
                <a16:creationId xmlns:a16="http://schemas.microsoft.com/office/drawing/2014/main" id="{60F2E22C-5F17-4593-B920-D139F4D0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หัวข้อหลัก</a:t>
            </a:r>
          </a:p>
        </p:txBody>
      </p:sp>
      <p:sp>
        <p:nvSpPr>
          <p:cNvPr id="4" name="panel-1">
            <a:extLst xmlns:a="http://schemas.openxmlformats.org/drawingml/2006/main">
              <a:ext uri="{FF2B5EF4-FFF2-40B4-BE49-F238E27FC236}">
                <a16:creationId xmlns:a16="http://schemas.microsoft.com/office/drawing/2014/main" id="{57065325-98DA-408E-BB87-81837E74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nel-title-1">
            <a:extLst xmlns:a="http://schemas.openxmlformats.org/drawingml/2006/main">
              <a:ext uri="{FF2B5EF4-FFF2-40B4-BE49-F238E27FC236}">
                <a16:creationId xmlns:a16="http://schemas.microsoft.com/office/drawing/2014/main" id="{1753F426-DECB-4CB6-B0BA-57B35EA0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แก่นความรู้</a:t>
            </a:r>
          </a:p>
        </p:txBody>
      </p:sp>
      <p:sp>
        <p:nvSpPr>
          <p:cNvPr id="6" name="panel-2">
            <a:extLst xmlns:a="http://schemas.openxmlformats.org/drawingml/2006/main">
              <a:ext uri="{FF2B5EF4-FFF2-40B4-BE49-F238E27FC236}">
                <a16:creationId xmlns:a16="http://schemas.microsoft.com/office/drawing/2014/main" id="{FDCFBE68-F296-4EB5-AA19-52E2F4C9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143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-title-2">
            <a:extLst xmlns:a="http://schemas.openxmlformats.org/drawingml/2006/main">
              <a:ext uri="{FF2B5EF4-FFF2-40B4-BE49-F238E27FC236}">
                <a16:creationId xmlns:a16="http://schemas.microsoft.com/office/drawing/2014/main" id="{1799FED3-1B05-4B04-BCBC-105DFCA3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43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875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แนวคิดเชื่อมโยง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78170CE-6CDF-4257-8121-D9827460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DE73FF7-93C0-4AA4-924E-7C9E169B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17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A40E205-0AB1-4A62-B0C8-76DFE334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3/5</a:t>
            </a:r>
          </a:p>
        </p:txBody>
      </p:sp>
    </p:spTree>
    <p:extLst>
      <p:ext uri="{BB962C8B-B14F-4D97-AF65-F5344CB8AC3E}">
        <p14:creationId xmlns:p14="http://schemas.microsoft.com/office/powerpoint/2010/main" val="1652269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23EE9E0B-8FA2-4024-A67B-8ABD29A4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Core Content</a:t>
            </a:r>
          </a:p>
        </p:txBody>
      </p:sp>
      <p:sp>
        <p:nvSpPr>
          <p:cNvPr id="2" name="left-panel">
            <a:extLst xmlns:a="http://schemas.openxmlformats.org/drawingml/2006/main">
              <a:ext uri="{FF2B5EF4-FFF2-40B4-BE49-F238E27FC236}">
                <a16:creationId xmlns:a16="http://schemas.microsoft.com/office/drawing/2014/main" id="{AADEC649-D717-4AD4-A73C-55EEC7B8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21DEAFB6-AFF0-42DD-8D3B-E3B1E6C2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09700"/>
            <a:ext cx="478155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left-head">
            <a:extLst xmlns:a="http://schemas.openxmlformats.org/drawingml/2006/main">
              <a:ext uri="{FF2B5EF4-FFF2-40B4-BE49-F238E27FC236}">
                <a16:creationId xmlns:a16="http://schemas.microsoft.com/office/drawing/2014/main" id="{11B12AB9-9162-481B-A50C-E8C69DD0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ต้องเข้าใจ</a:t>
            </a:r>
          </a:p>
        </p:txBody>
      </p:sp>
      <p:sp>
        <p:nvSpPr>
          <p:cNvPr id="5" name="right-head">
            <a:extLst xmlns:a="http://schemas.openxmlformats.org/drawingml/2006/main">
              <a:ext uri="{FF2B5EF4-FFF2-40B4-BE49-F238E27FC236}">
                <a16:creationId xmlns:a16="http://schemas.microsoft.com/office/drawing/2014/main" id="{9F7582A3-FF82-4564-9026-3C481C63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52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950" b="1">
                <a:solidFill>
                  <a:srgbClr val="0F766E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0F766E"/>
                </a:solidFill>
                <a:latin typeface="Tahoma"/>
                <a:ea typeface="Tahoma"/>
                <a:cs typeface="Tahoma"/>
              </a:rPr>
              <a:t>แนวโน้ม/บริบทปัจจุบัน</a:t>
            </a:r>
          </a:p>
        </p:txBody>
      </p:sp>
      <p:sp>
        <p:nvSpPr>
          <p:cNvPr id="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BE7784E-4434-4DD5-B9DC-A4B37EFE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373811B-E499-471B-BCA9-8E659F27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17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954C63-8C27-4D83-873E-DEA598E5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4/5</a:t>
            </a:r>
          </a:p>
        </p:txBody>
      </p:sp>
    </p:spTree>
    <p:extLst>
      <p:ext uri="{BB962C8B-B14F-4D97-AF65-F5344CB8AC3E}">
        <p14:creationId xmlns:p14="http://schemas.microsoft.com/office/powerpoint/2010/main" val="17173446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287009D-2E6E-4CCF-ADBD-D72F160E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000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3000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Lab &amp; Project Activity</a:t>
            </a:r>
          </a:p>
        </p:txBody>
      </p:sp>
      <p:sp>
        <p:nvSpPr>
          <p:cNvPr id="2" name="activity-panel">
            <a:extLst xmlns:a="http://schemas.openxmlformats.org/drawingml/2006/main">
              <a:ext uri="{FF2B5EF4-FFF2-40B4-BE49-F238E27FC236}">
                <a16:creationId xmlns:a16="http://schemas.microsoft.com/office/drawing/2014/main" id="{42599A63-7D7E-4F2A-99C5-0F419F5A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6581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ctivity">
            <a:extLst xmlns:a="http://schemas.openxmlformats.org/drawingml/2006/main">
              <a:ext uri="{FF2B5EF4-FFF2-40B4-BE49-F238E27FC236}">
                <a16:creationId xmlns:a16="http://schemas.microsoft.com/office/drawing/2014/main" id="{04D3D000-0A88-4FC9-83C2-70FE6E36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62150"/>
            <a:ext cx="6934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2250" b="1">
                <a:solidFill>
                  <a:srgbClr val="1F2937"/>
                </a:solidFill>
                <a:latin typeface="Tahoma"/>
                <a:ea typeface="Tahoma"/>
                <a:cs typeface="Tahoma"/>
              </a:defRPr>
            </a:pPr>
            <a:r>
              <a:rPr sz="2250" b="1">
                <a:solidFill>
                  <a:srgbClr val="1F2937"/>
                </a:solidFill>
                <a:latin typeface="Tahoma"/>
                <a:ea typeface="Tahoma"/>
                <a:cs typeface="Tahoma"/>
              </a:rPr>
              <a:t>กิจกรรมประจำสัปดาห์ตามแผน OBE</a:t>
            </a:r>
          </a:p>
        </p:txBody>
      </p:sp>
      <p:sp>
        <p:nvSpPr>
          <p:cNvPr id="4" name="action-block">
            <a:extLst xmlns:a="http://schemas.openxmlformats.org/drawingml/2006/main">
              <a:ext uri="{FF2B5EF4-FFF2-40B4-BE49-F238E27FC236}">
                <a16:creationId xmlns:a16="http://schemas.microsoft.com/office/drawing/2014/main" id="{2A1A5938-EC4E-41C3-972F-FA2975EB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04950"/>
            <a:ext cx="2038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A1E962B1-3B33-4B08-AFF8-664EDF61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466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95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Output</a:t>
            </a:r>
          </a:p>
        </p:txBody>
      </p:sp>
      <p:sp>
        <p:nvSpPr>
          <p:cNvPr id="6" name="output-list">
            <a:extLst xmlns:a="http://schemas.openxmlformats.org/drawingml/2006/main">
              <a:ext uri="{FF2B5EF4-FFF2-40B4-BE49-F238E27FC236}">
                <a16:creationId xmlns:a16="http://schemas.microsoft.com/office/drawing/2014/main" id="{887832A9-79B4-47DF-8B5F-81C72139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717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ใบงาน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โค้ด/แบบจำลอง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50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50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reflection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5D0CF753-870C-4CF9-B02F-252F6286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80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ใช้สไลด์ชุดนี้เป็นแกนบรรยายก่อนเข้าสู่กิจกรรมปฏิบัติการ</a:t>
            </a:r>
          </a:p>
        </p:txBody>
      </p:sp>
      <p:sp>
        <p:nvSpPr>
          <p:cNvPr id="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A3738A6-9865-47EE-9351-C39511EA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7DDEFAC-EE3C-421A-83B8-25606214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293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EN-001-019 | Week 17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9EAFE5C-A6A4-44A4-A315-DE77C9AF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050">
                <a:solidFill>
                  <a:srgbClr val="555555"/>
                </a:solidFill>
                <a:latin typeface="Tahoma"/>
                <a:ea typeface="Tahoma"/>
                <a:cs typeface="Tahoma"/>
              </a:defRPr>
            </a:pPr>
            <a:r>
              <a:rPr sz="1050">
                <a:solidFill>
                  <a:srgbClr val="555555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9286482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2026-06-30T03:51:42.5020000Z</dcterms:created>
  <dcterms:modified xsi:type="dcterms:W3CDTF">2026-06-30T03:51:42.5020000Z</dcterms:modified>
</coreProperties>
</file>