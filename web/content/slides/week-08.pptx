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f502f0e0c4bc9" /><Relationship Type="http://schemas.openxmlformats.org/officeDocument/2006/relationships/extended-properties" Target="/docProps/app.xml" Id="Raf2e6efc001240cf" /><Relationship Type="http://schemas.openxmlformats.org/officeDocument/2006/relationships/officeDocument" Target="/ppt/presentation.xml" Id="R11a752621d77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1331e08364372"/>
  </p:sldMasterIdLst>
  <p:notesMasterIdLst>
    <p:notesMasterId xmlns:r="http://schemas.openxmlformats.org/officeDocument/2006/relationships" r:id="R013aa02ff71a44a6"/>
  </p:notesMasterIdLst>
  <p:sldIdLst>
    <p:sldId xmlns:r="http://schemas.openxmlformats.org/officeDocument/2006/relationships" id="256" r:id="Rf4c9f832f1e345a7"/>
    <p:sldId xmlns:r="http://schemas.openxmlformats.org/officeDocument/2006/relationships" id="257" r:id="Rf87dbdb78c654f9c"/>
    <p:sldId xmlns:r="http://schemas.openxmlformats.org/officeDocument/2006/relationships" id="258" r:id="Rac00473c7e924751"/>
    <p:sldId xmlns:r="http://schemas.openxmlformats.org/officeDocument/2006/relationships" id="259" r:id="R38946907c8ce440c"/>
    <p:sldId xmlns:r="http://schemas.openxmlformats.org/officeDocument/2006/relationships" id="260" r:id="Rb25c06549dc848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d1913923c54a2f" /><Relationship Type="http://schemas.openxmlformats.org/officeDocument/2006/relationships/slideMaster" Target="/ppt/slideMasters/slideMaster1.xml" Id="R8351331e08364372" /><Relationship Type="http://schemas.openxmlformats.org/officeDocument/2006/relationships/notesMaster" Target="/ppt/notesMasters/notesMaster1.xml" Id="R013aa02ff71a44a6" /><Relationship Type="http://schemas.openxmlformats.org/officeDocument/2006/relationships/presProps" Target="/ppt/presProps.xml" Id="Rde37c7e29574455d" /><Relationship Type="http://schemas.openxmlformats.org/officeDocument/2006/relationships/tableStyles" Target="/ppt/tableStyles.xml" Id="Ra126d0b088184196" /><Relationship Type="http://schemas.openxmlformats.org/officeDocument/2006/relationships/slide" Target="/ppt/slides/slide1.xml" Id="Rf4c9f832f1e345a7" /><Relationship Type="http://schemas.openxmlformats.org/officeDocument/2006/relationships/slide" Target="/ppt/slides/slide2.xml" Id="Rf87dbdb78c654f9c" /><Relationship Type="http://schemas.openxmlformats.org/officeDocument/2006/relationships/slide" Target="/ppt/slides/slide3.xml" Id="Rac00473c7e924751" /><Relationship Type="http://schemas.openxmlformats.org/officeDocument/2006/relationships/slide" Target="/ppt/slides/slide4.xml" Id="R38946907c8ce440c" /><Relationship Type="http://schemas.openxmlformats.org/officeDocument/2006/relationships/slide" Target="/ppt/slides/slide5.xml" Id="Rb25c06549dc8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db99a4bb7d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f577ff1fe49b5" /><Relationship Type="http://schemas.openxmlformats.org/officeDocument/2006/relationships/notesMaster" Target="/ppt/notesMasters/notesMaster1.xml" Id="R9e60aea78d8a4b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3c76a653764b5c" /><Relationship Type="http://schemas.openxmlformats.org/officeDocument/2006/relationships/notesMaster" Target="/ppt/notesMasters/notesMaster1.xml" Id="R6d317dbb86c2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58aefc6744614" /><Relationship Type="http://schemas.openxmlformats.org/officeDocument/2006/relationships/notesMaster" Target="/ppt/notesMasters/notesMaster1.xml" Id="Re50deb399d49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f604deb4a4379" /><Relationship Type="http://schemas.openxmlformats.org/officeDocument/2006/relationships/notesMaster" Target="/ppt/notesMasters/notesMaster1.xml" Id="Rdd1550a7c5b5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345eaec8004293" /><Relationship Type="http://schemas.openxmlformats.org/officeDocument/2006/relationships/notesMaster" Target="/ppt/notesMasters/notesMaster1.xml" Id="R8e81c12b78f9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b0e03bcb6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f992f351248d4" /><Relationship Type="http://schemas.openxmlformats.org/officeDocument/2006/relationships/slideLayout" Target="/ppt/slideLayouts/slideLayout1.xml" Id="Rc7040b7acbb9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040b7acbb9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87c8f26fd4731" /><Relationship Type="http://schemas.openxmlformats.org/officeDocument/2006/relationships/notesSlide" Target="/ppt/notesSlides/notesSlide1.xml" Id="R36e85b598aeb44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c9702820c4691" /><Relationship Type="http://schemas.openxmlformats.org/officeDocument/2006/relationships/notesSlide" Target="/ppt/notesSlides/notesSlide2.xml" Id="Re23a08f9607f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694150ff3472e" /><Relationship Type="http://schemas.openxmlformats.org/officeDocument/2006/relationships/notesSlide" Target="/ppt/notesSlides/notesSlide3.xml" Id="R897699c406b34b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5eb7bed9947ec" /><Relationship Type="http://schemas.openxmlformats.org/officeDocument/2006/relationships/notesSlide" Target="/ppt/notesSlides/notesSlide4.xml" Id="Rbfa29b2fe53f46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2b9ffc3cf4770" /><Relationship Type="http://schemas.openxmlformats.org/officeDocument/2006/relationships/notesSlide" Target="/ppt/notesSlides/notesSlide5.xml" Id="Rb547dcc42f0744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1E4EFD0-6C14-40CC-A29E-C2739F4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08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B244AB-2809-47CE-B1F3-939CD1E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สอบกลางภาค (Midterm Examination)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54CBE791-0221-4F2F-B443-D385611C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718E0707-FE3D-40C5-9D3D-A126F49C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9109150A-4691-4537-94ED-02FE6B5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370BF95-2608-4EEF-85C2-D8C843A7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ประเมินผลสัปดาห์ที่ 1–7 (น้ำหนัก 20% — ดู การวัดและประเมินผล) ครอบคลุม CLO1–CLO3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8FCFA08-1B32-4A73-B629-8F308D7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8DAC8DF-0C83-47F9-889B-61E8EB85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08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EE845F-1652-48B1-9E82-558EB35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940518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6D602FD-09D3-4515-B8F5-66D3F20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146727-D8B1-4528-A4BC-380DEC1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[CLO1, CLO2, CLO3]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592E11-7F80-4476-B2BD-0E6490D7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BD45A9-C4F0-4313-8097-1EFD2685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08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B52F9BD-1E88-4914-84F7-92996B3C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833098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552AF22-148C-4037-BCF3-7320EB1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11988E2A-CE0F-4019-B0FF-8071FEB1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C9B79329-F2ED-4A46-A6DA-029875BA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panel-1">
            <a:extLst xmlns:a="http://schemas.openxmlformats.org/drawingml/2006/main">
              <a:ext uri="{FF2B5EF4-FFF2-40B4-BE49-F238E27FC236}">
                <a16:creationId xmlns:a16="http://schemas.microsoft.com/office/drawing/2014/main" id="{2FDECC9D-ED2E-4C57-A872-E65CF508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40C4FAA8-780A-4030-8971-69EC7294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6" name="panel-2">
            <a:extLst xmlns:a="http://schemas.openxmlformats.org/drawingml/2006/main">
              <a:ext uri="{FF2B5EF4-FFF2-40B4-BE49-F238E27FC236}">
                <a16:creationId xmlns:a16="http://schemas.microsoft.com/office/drawing/2014/main" id="{9A0FF7DE-FCA1-4A1F-B367-0BA2B433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24CDA419-185A-41DC-BEA5-0AC185E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3AF332-229C-4BCC-A612-0C0FCB66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DA414F-9992-46CD-93E4-86B9890A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08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EB52E8C-FF96-4092-BE49-BFF1E580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562535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DA8D634-0413-4FBD-867E-CEFD92A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742BF22D-ED20-4290-8433-512F676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343D2BF0-FC70-4604-9E45-F455AE1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1D740DDA-99AC-43F2-AE89-323F3912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right-head">
            <a:extLst xmlns:a="http://schemas.openxmlformats.org/drawingml/2006/main">
              <a:ext uri="{FF2B5EF4-FFF2-40B4-BE49-F238E27FC236}">
                <a16:creationId xmlns:a16="http://schemas.microsoft.com/office/drawing/2014/main" id="{07393C3E-6BB4-40D5-B157-2DB6AFA7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D4E1D0-DBC7-4436-8839-D93B89C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BE2F55-96EA-4CB6-A324-A01FD237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08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75608A8-5492-4157-9B9F-DE02844C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267877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85C1C30-A932-4AF5-808F-46BBA3D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E0BF2101-543F-4318-92C2-6CA0F93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F7993F06-9C2D-4C12-9D47-96A9388E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กิจกรรมประจำสัปดาห์ตามแผน OBE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DB35C320-5662-46A5-A906-3836740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7622B98-9C98-462B-AA27-E5EE48C6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7D163992-33B0-48BE-8302-7EAB4F8A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48BADDF3-4A0C-4676-B364-2A22E0B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1E52034-D103-4AFB-849B-7F2CF6A8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7B97AD2-7B84-4538-B971-BC254FD3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08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3A483FB-F92F-4E77-BCD0-64DE401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732170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2026-06-30T03:51:36.0000000Z</dcterms:created>
  <dcterms:modified xsi:type="dcterms:W3CDTF">2026-06-30T03:51:36.0000000Z</dcterms:modified>
</coreProperties>
</file>